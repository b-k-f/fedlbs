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65" r:id="rId2"/>
    <p:sldId id="272" r:id="rId3"/>
    <p:sldId id="268" r:id="rId4"/>
    <p:sldId id="269" r:id="rId5"/>
    <p:sldId id="270" r:id="rId6"/>
    <p:sldId id="27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ba K. Fakher" initials="HKF" lastIdx="1" clrIdx="0">
    <p:extLst>
      <p:ext uri="{19B8F6BF-5375-455C-9EA6-DF929625EA0E}">
        <p15:presenceInfo xmlns:p15="http://schemas.microsoft.com/office/powerpoint/2012/main" userId="Hiba K. Fakh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6C0000"/>
    <a:srgbClr val="6CA62C"/>
    <a:srgbClr val="165AB6"/>
    <a:srgbClr val="002060"/>
    <a:srgbClr val="0399E1"/>
    <a:srgbClr val="60B5EA"/>
    <a:srgbClr val="9B09B3"/>
    <a:srgbClr val="00339A"/>
    <a:srgbClr val="7C0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F5C69-2624-46BE-9C56-04E623441414}" v="651" dt="2022-05-21T21:16:58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7" autoAdjust="0"/>
    <p:restoredTop sz="97242" autoAdjust="0"/>
  </p:normalViewPr>
  <p:slideViewPr>
    <p:cSldViewPr snapToGrid="0">
      <p:cViewPr varScale="1">
        <p:scale>
          <a:sx n="127" d="100"/>
          <a:sy n="127" d="100"/>
        </p:scale>
        <p:origin x="78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HER Bouchra" userId="53efe934-bf4d-4471-a992-12d4e4ab3dad" providerId="ADAL" clId="{E42F5C69-2624-46BE-9C56-04E623441414}"/>
    <pc:docChg chg="undo redo custSel addSld delSld modSld sldOrd modMainMaster addSection delSection modSection">
      <pc:chgData name="FAKHER Bouchra" userId="53efe934-bf4d-4471-a992-12d4e4ab3dad" providerId="ADAL" clId="{E42F5C69-2624-46BE-9C56-04E623441414}" dt="2022-05-21T21:19:23.597" v="7567" actId="20577"/>
      <pc:docMkLst>
        <pc:docMk/>
      </pc:docMkLst>
      <pc:sldChg chg="addSp delSp modSp mod">
        <pc:chgData name="FAKHER Bouchra" userId="53efe934-bf4d-4471-a992-12d4e4ab3dad" providerId="ADAL" clId="{E42F5C69-2624-46BE-9C56-04E623441414}" dt="2022-05-21T21:06:56.764" v="7560" actId="20577"/>
        <pc:sldMkLst>
          <pc:docMk/>
          <pc:sldMk cId="4152136774" sldId="256"/>
        </pc:sldMkLst>
        <pc:spChg chg="del mod">
          <ac:chgData name="FAKHER Bouchra" userId="53efe934-bf4d-4471-a992-12d4e4ab3dad" providerId="ADAL" clId="{E42F5C69-2624-46BE-9C56-04E623441414}" dt="2022-05-20T08:33:07.236" v="1458" actId="478"/>
          <ac:spMkLst>
            <pc:docMk/>
            <pc:sldMk cId="4152136774" sldId="256"/>
            <ac:spMk id="2" creationId="{7A8AD958-AF3A-4824-9CDE-E8267DAB3FE3}"/>
          </ac:spMkLst>
        </pc:spChg>
        <pc:spChg chg="del">
          <ac:chgData name="FAKHER Bouchra" userId="53efe934-bf4d-4471-a992-12d4e4ab3dad" providerId="ADAL" clId="{E42F5C69-2624-46BE-9C56-04E623441414}" dt="2022-05-18T19:30:31.665" v="727" actId="478"/>
          <ac:spMkLst>
            <pc:docMk/>
            <pc:sldMk cId="4152136774" sldId="256"/>
            <ac:spMk id="5" creationId="{E86B3CBE-3C4B-4896-A158-5A446950AE9E}"/>
          </ac:spMkLst>
        </pc:spChg>
        <pc:spChg chg="del">
          <ac:chgData name="FAKHER Bouchra" userId="53efe934-bf4d-4471-a992-12d4e4ab3dad" providerId="ADAL" clId="{E42F5C69-2624-46BE-9C56-04E623441414}" dt="2022-05-18T19:30:31.665" v="727" actId="478"/>
          <ac:spMkLst>
            <pc:docMk/>
            <pc:sldMk cId="4152136774" sldId="256"/>
            <ac:spMk id="6" creationId="{24169B81-7B07-4DFB-AC32-34F4274DA6DA}"/>
          </ac:spMkLst>
        </pc:spChg>
        <pc:spChg chg="add mod">
          <ac:chgData name="FAKHER Bouchra" userId="53efe934-bf4d-4471-a992-12d4e4ab3dad" providerId="ADAL" clId="{E42F5C69-2624-46BE-9C56-04E623441414}" dt="2022-05-21T20:45:55.320" v="7440" actId="20577"/>
          <ac:spMkLst>
            <pc:docMk/>
            <pc:sldMk cId="4152136774" sldId="256"/>
            <ac:spMk id="6" creationId="{E47960FF-EB04-7A53-0664-9C82C5AFFC5A}"/>
          </ac:spMkLst>
        </pc:spChg>
        <pc:spChg chg="add mod">
          <ac:chgData name="FAKHER Bouchra" userId="53efe934-bf4d-4471-a992-12d4e4ab3dad" providerId="ADAL" clId="{E42F5C69-2624-46BE-9C56-04E623441414}" dt="2022-05-21T21:06:56.764" v="7560" actId="20577"/>
          <ac:spMkLst>
            <pc:docMk/>
            <pc:sldMk cId="4152136774" sldId="256"/>
            <ac:spMk id="7" creationId="{1B1099D9-7E75-A11F-C564-8DC7023FBE85}"/>
          </ac:spMkLst>
        </pc:spChg>
        <pc:spChg chg="del">
          <ac:chgData name="FAKHER Bouchra" userId="53efe934-bf4d-4471-a992-12d4e4ab3dad" providerId="ADAL" clId="{E42F5C69-2624-46BE-9C56-04E623441414}" dt="2022-05-18T19:30:31.665" v="727" actId="478"/>
          <ac:spMkLst>
            <pc:docMk/>
            <pc:sldMk cId="4152136774" sldId="256"/>
            <ac:spMk id="8" creationId="{A035ABFB-B285-4D77-B08E-FC07F581055F}"/>
          </ac:spMkLst>
        </pc:spChg>
        <pc:spChg chg="add mod">
          <ac:chgData name="FAKHER Bouchra" userId="53efe934-bf4d-4471-a992-12d4e4ab3dad" providerId="ADAL" clId="{E42F5C69-2624-46BE-9C56-04E623441414}" dt="2022-05-21T08:57:18.473" v="1875" actId="1076"/>
          <ac:spMkLst>
            <pc:docMk/>
            <pc:sldMk cId="4152136774" sldId="256"/>
            <ac:spMk id="10" creationId="{DD1E9ED3-72A4-F791-9F46-0C67194C6D80}"/>
          </ac:spMkLst>
        </pc:spChg>
        <pc:picChg chg="add mod">
          <ac:chgData name="FAKHER Bouchra" userId="53efe934-bf4d-4471-a992-12d4e4ab3dad" providerId="ADAL" clId="{E42F5C69-2624-46BE-9C56-04E623441414}" dt="2022-05-21T19:11:27.318" v="5975" actId="1036"/>
          <ac:picMkLst>
            <pc:docMk/>
            <pc:sldMk cId="4152136774" sldId="256"/>
            <ac:picMk id="1026" creationId="{FF735FBD-7C66-5CDE-0348-1E46F62683E0}"/>
          </ac:picMkLst>
        </pc:picChg>
        <pc:picChg chg="add mod">
          <ac:chgData name="FAKHER Bouchra" userId="53efe934-bf4d-4471-a992-12d4e4ab3dad" providerId="ADAL" clId="{E42F5C69-2624-46BE-9C56-04E623441414}" dt="2022-05-21T19:11:27.318" v="5975" actId="1036"/>
          <ac:picMkLst>
            <pc:docMk/>
            <pc:sldMk cId="4152136774" sldId="256"/>
            <ac:picMk id="1028" creationId="{B6AAEE9A-3F37-B759-22E3-BC1EF041A0F7}"/>
          </ac:picMkLst>
        </pc:picChg>
      </pc:sldChg>
      <pc:sldChg chg="modSp mod ord">
        <pc:chgData name="FAKHER Bouchra" userId="53efe934-bf4d-4471-a992-12d4e4ab3dad" providerId="ADAL" clId="{E42F5C69-2624-46BE-9C56-04E623441414}" dt="2022-05-21T21:05:54.584" v="7558" actId="1076"/>
        <pc:sldMkLst>
          <pc:docMk/>
          <pc:sldMk cId="2281115176" sldId="259"/>
        </pc:sldMkLst>
        <pc:spChg chg="mod">
          <ac:chgData name="FAKHER Bouchra" userId="53efe934-bf4d-4471-a992-12d4e4ab3dad" providerId="ADAL" clId="{E42F5C69-2624-46BE-9C56-04E623441414}" dt="2022-05-21T09:50:20.935" v="2435" actId="14100"/>
          <ac:spMkLst>
            <pc:docMk/>
            <pc:sldMk cId="2281115176" sldId="259"/>
            <ac:spMk id="2" creationId="{7792131A-415F-4611-95AF-35814AC15CE5}"/>
          </ac:spMkLst>
        </pc:spChg>
        <pc:graphicFrameChg chg="mod modGraphic">
          <ac:chgData name="FAKHER Bouchra" userId="53efe934-bf4d-4471-a992-12d4e4ab3dad" providerId="ADAL" clId="{E42F5C69-2624-46BE-9C56-04E623441414}" dt="2022-05-21T21:05:54.584" v="7558" actId="1076"/>
          <ac:graphicFrameMkLst>
            <pc:docMk/>
            <pc:sldMk cId="2281115176" sldId="259"/>
            <ac:graphicFrameMk id="7" creationId="{4A0BE3A0-EBC5-445F-8D77-8793AF11A1B0}"/>
          </ac:graphicFrameMkLst>
        </pc:graphicFrameChg>
      </pc:sldChg>
      <pc:sldChg chg="addSp modSp mod modAnim">
        <pc:chgData name="FAKHER Bouchra" userId="53efe934-bf4d-4471-a992-12d4e4ab3dad" providerId="ADAL" clId="{E42F5C69-2624-46BE-9C56-04E623441414}" dt="2022-05-21T14:53:52.566" v="3782" actId="113"/>
        <pc:sldMkLst>
          <pc:docMk/>
          <pc:sldMk cId="228731323" sldId="260"/>
        </pc:sldMkLst>
        <pc:spChg chg="mod">
          <ac:chgData name="FAKHER Bouchra" userId="53efe934-bf4d-4471-a992-12d4e4ab3dad" providerId="ADAL" clId="{E42F5C69-2624-46BE-9C56-04E623441414}" dt="2022-05-20T08:15:32.374" v="1451" actId="313"/>
          <ac:spMkLst>
            <pc:docMk/>
            <pc:sldMk cId="228731323" sldId="260"/>
            <ac:spMk id="2" creationId="{8C6E16C6-5BCB-468F-9972-FB1A96B97C86}"/>
          </ac:spMkLst>
        </pc:spChg>
        <pc:spChg chg="mod">
          <ac:chgData name="FAKHER Bouchra" userId="53efe934-bf4d-4471-a992-12d4e4ab3dad" providerId="ADAL" clId="{E42F5C69-2624-46BE-9C56-04E623441414}" dt="2022-05-21T09:53:41.877" v="2438" actId="164"/>
          <ac:spMkLst>
            <pc:docMk/>
            <pc:sldMk cId="228731323" sldId="260"/>
            <ac:spMk id="36" creationId="{BD1FF6FA-6F08-4B5B-8744-AB26384299E8}"/>
          </ac:spMkLst>
        </pc:spChg>
        <pc:spChg chg="mod">
          <ac:chgData name="FAKHER Bouchra" userId="53efe934-bf4d-4471-a992-12d4e4ab3dad" providerId="ADAL" clId="{E42F5C69-2624-46BE-9C56-04E623441414}" dt="2022-05-21T14:53:52.566" v="3782" actId="113"/>
          <ac:spMkLst>
            <pc:docMk/>
            <pc:sldMk cId="228731323" sldId="260"/>
            <ac:spMk id="50" creationId="{37DE9CA3-FDF4-4737-939E-A8BDDEAF342C}"/>
          </ac:spMkLst>
        </pc:spChg>
        <pc:grpChg chg="mod">
          <ac:chgData name="FAKHER Bouchra" userId="53efe934-bf4d-4471-a992-12d4e4ab3dad" providerId="ADAL" clId="{E42F5C69-2624-46BE-9C56-04E623441414}" dt="2022-05-21T09:53:41.877" v="2438" actId="164"/>
          <ac:grpSpMkLst>
            <pc:docMk/>
            <pc:sldMk cId="228731323" sldId="260"/>
            <ac:grpSpMk id="14" creationId="{94895667-AF42-4915-B9D9-7FCD05931368}"/>
          </ac:grpSpMkLst>
        </pc:grpChg>
        <pc:grpChg chg="mod">
          <ac:chgData name="FAKHER Bouchra" userId="53efe934-bf4d-4471-a992-12d4e4ab3dad" providerId="ADAL" clId="{E42F5C69-2624-46BE-9C56-04E623441414}" dt="2022-05-21T14:22:42.825" v="3406" actId="164"/>
          <ac:grpSpMkLst>
            <pc:docMk/>
            <pc:sldMk cId="228731323" sldId="260"/>
            <ac:grpSpMk id="15" creationId="{1B58E37C-1388-47E3-A7A5-E492F00BDA97}"/>
          </ac:grpSpMkLst>
        </pc:grpChg>
        <pc:grpChg chg="mod">
          <ac:chgData name="FAKHER Bouchra" userId="53efe934-bf4d-4471-a992-12d4e4ab3dad" providerId="ADAL" clId="{E42F5C69-2624-46BE-9C56-04E623441414}" dt="2022-05-21T14:22:42.825" v="3406" actId="164"/>
          <ac:grpSpMkLst>
            <pc:docMk/>
            <pc:sldMk cId="228731323" sldId="260"/>
            <ac:grpSpMk id="16" creationId="{DCF20A32-4A65-4528-A5F2-47BF49E1641C}"/>
          </ac:grpSpMkLst>
        </pc:grpChg>
        <pc:grpChg chg="add mod">
          <ac:chgData name="FAKHER Bouchra" userId="53efe934-bf4d-4471-a992-12d4e4ab3dad" providerId="ADAL" clId="{E42F5C69-2624-46BE-9C56-04E623441414}" dt="2022-05-21T14:22:42.825" v="3406" actId="164"/>
          <ac:grpSpMkLst>
            <pc:docMk/>
            <pc:sldMk cId="228731323" sldId="260"/>
            <ac:grpSpMk id="17" creationId="{71BA5152-6C90-2FDA-B009-9E72A930C074}"/>
          </ac:grpSpMkLst>
        </pc:grpChg>
        <pc:grpChg chg="add mod">
          <ac:chgData name="FAKHER Bouchra" userId="53efe934-bf4d-4471-a992-12d4e4ab3dad" providerId="ADAL" clId="{E42F5C69-2624-46BE-9C56-04E623441414}" dt="2022-05-21T14:22:44.409" v="3408" actId="1076"/>
          <ac:grpSpMkLst>
            <pc:docMk/>
            <pc:sldMk cId="228731323" sldId="260"/>
            <ac:grpSpMk id="18" creationId="{A96AC202-4FB8-6379-4BF7-A8FF044D939D}"/>
          </ac:grpSpMkLst>
        </pc:grpChg>
      </pc:sldChg>
      <pc:sldChg chg="delSp modSp add del mod delAnim modAnim modNotesTx">
        <pc:chgData name="FAKHER Bouchra" userId="53efe934-bf4d-4471-a992-12d4e4ab3dad" providerId="ADAL" clId="{E42F5C69-2624-46BE-9C56-04E623441414}" dt="2022-05-21T18:59:04.520" v="5785" actId="20577"/>
        <pc:sldMkLst>
          <pc:docMk/>
          <pc:sldMk cId="415751457" sldId="261"/>
        </pc:sldMkLst>
        <pc:spChg chg="mod">
          <ac:chgData name="FAKHER Bouchra" userId="53efe934-bf4d-4471-a992-12d4e4ab3dad" providerId="ADAL" clId="{E42F5C69-2624-46BE-9C56-04E623441414}" dt="2022-05-21T18:59:04.520" v="5785" actId="20577"/>
          <ac:spMkLst>
            <pc:docMk/>
            <pc:sldMk cId="415751457" sldId="261"/>
            <ac:spMk id="7" creationId="{C0556D51-4355-40B3-B140-264D7CBC0F0F}"/>
          </ac:spMkLst>
        </pc:spChg>
        <pc:grpChg chg="del">
          <ac:chgData name="FAKHER Bouchra" userId="53efe934-bf4d-4471-a992-12d4e4ab3dad" providerId="ADAL" clId="{E42F5C69-2624-46BE-9C56-04E623441414}" dt="2022-05-21T16:52:06.547" v="5201" actId="478"/>
          <ac:grpSpMkLst>
            <pc:docMk/>
            <pc:sldMk cId="415751457" sldId="261"/>
            <ac:grpSpMk id="4" creationId="{8E06A707-7C53-4B52-A2A6-8C5E4D07E476}"/>
          </ac:grpSpMkLst>
        </pc:grpChg>
      </pc:sldChg>
      <pc:sldChg chg="addSp delSp modSp add del mod delAnim modAnim modNotesTx">
        <pc:chgData name="FAKHER Bouchra" userId="53efe934-bf4d-4471-a992-12d4e4ab3dad" providerId="ADAL" clId="{E42F5C69-2624-46BE-9C56-04E623441414}" dt="2022-05-21T21:16:58.965" v="7562"/>
        <pc:sldMkLst>
          <pc:docMk/>
          <pc:sldMk cId="120659488" sldId="262"/>
        </pc:sldMkLst>
        <pc:spChg chg="mod topLvl">
          <ac:chgData name="FAKHER Bouchra" userId="53efe934-bf4d-4471-a992-12d4e4ab3dad" providerId="ADAL" clId="{E42F5C69-2624-46BE-9C56-04E623441414}" dt="2022-05-21T19:13:35.508" v="5981" actId="164"/>
          <ac:spMkLst>
            <pc:docMk/>
            <pc:sldMk cId="120659488" sldId="262"/>
            <ac:spMk id="18" creationId="{0467AA99-AF27-4773-9611-1B058D418560}"/>
          </ac:spMkLst>
        </pc:spChg>
        <pc:spChg chg="add del mod">
          <ac:chgData name="FAKHER Bouchra" userId="53efe934-bf4d-4471-a992-12d4e4ab3dad" providerId="ADAL" clId="{E42F5C69-2624-46BE-9C56-04E623441414}" dt="2022-05-20T07:52:41.639" v="1184"/>
          <ac:spMkLst>
            <pc:docMk/>
            <pc:sldMk cId="120659488" sldId="262"/>
            <ac:spMk id="19" creationId="{FAF07856-003E-01BD-AF9F-33CBE18348E3}"/>
          </ac:spMkLst>
        </pc:spChg>
        <pc:spChg chg="mod">
          <ac:chgData name="FAKHER Bouchra" userId="53efe934-bf4d-4471-a992-12d4e4ab3dad" providerId="ADAL" clId="{E42F5C69-2624-46BE-9C56-04E623441414}" dt="2022-05-21T18:36:32.282" v="5378" actId="20577"/>
          <ac:spMkLst>
            <pc:docMk/>
            <pc:sldMk cId="120659488" sldId="262"/>
            <ac:spMk id="21" creationId="{9268353A-C807-4CF4-9532-BA77BB6FCF92}"/>
          </ac:spMkLst>
        </pc:spChg>
        <pc:spChg chg="del mod">
          <ac:chgData name="FAKHER Bouchra" userId="53efe934-bf4d-4471-a992-12d4e4ab3dad" providerId="ADAL" clId="{E42F5C69-2624-46BE-9C56-04E623441414}" dt="2022-05-21T19:05:42.137" v="5876" actId="478"/>
          <ac:spMkLst>
            <pc:docMk/>
            <pc:sldMk cId="120659488" sldId="262"/>
            <ac:spMk id="22" creationId="{62104EE7-2EE1-488E-1C84-5DD06313E5DA}"/>
          </ac:spMkLst>
        </pc:spChg>
        <pc:spChg chg="mod">
          <ac:chgData name="FAKHER Bouchra" userId="53efe934-bf4d-4471-a992-12d4e4ab3dad" providerId="ADAL" clId="{E42F5C69-2624-46BE-9C56-04E623441414}" dt="2022-05-21T19:10:06.606" v="5964" actId="208"/>
          <ac:spMkLst>
            <pc:docMk/>
            <pc:sldMk cId="120659488" sldId="262"/>
            <ac:spMk id="24" creationId="{4CAA2E49-B4F6-20E3-74FA-92417D007A6F}"/>
          </ac:spMkLst>
        </pc:spChg>
        <pc:spChg chg="mod">
          <ac:chgData name="FAKHER Bouchra" userId="53efe934-bf4d-4471-a992-12d4e4ab3dad" providerId="ADAL" clId="{E42F5C69-2624-46BE-9C56-04E623441414}" dt="2022-05-21T19:10:06.606" v="5964" actId="208"/>
          <ac:spMkLst>
            <pc:docMk/>
            <pc:sldMk cId="120659488" sldId="262"/>
            <ac:spMk id="29" creationId="{E1955E21-BF95-42C6-33C6-DFF33A0FA51A}"/>
          </ac:spMkLst>
        </pc:spChg>
        <pc:spChg chg="mod">
          <ac:chgData name="FAKHER Bouchra" userId="53efe934-bf4d-4471-a992-12d4e4ab3dad" providerId="ADAL" clId="{E42F5C69-2624-46BE-9C56-04E623441414}" dt="2022-05-21T19:10:06.606" v="5964" actId="208"/>
          <ac:spMkLst>
            <pc:docMk/>
            <pc:sldMk cId="120659488" sldId="262"/>
            <ac:spMk id="30" creationId="{03F90317-FDD1-68D4-F409-16BC0A867E70}"/>
          </ac:spMkLst>
        </pc:spChg>
        <pc:spChg chg="mod">
          <ac:chgData name="FAKHER Bouchra" userId="53efe934-bf4d-4471-a992-12d4e4ab3dad" providerId="ADAL" clId="{E42F5C69-2624-46BE-9C56-04E623441414}" dt="2022-05-21T19:09:52.418" v="5960" actId="108"/>
          <ac:spMkLst>
            <pc:docMk/>
            <pc:sldMk cId="120659488" sldId="262"/>
            <ac:spMk id="32" creationId="{20C1BBED-FD02-DF46-87BB-937912FBB921}"/>
          </ac:spMkLst>
        </pc:spChg>
        <pc:spChg chg="mod">
          <ac:chgData name="FAKHER Bouchra" userId="53efe934-bf4d-4471-a992-12d4e4ab3dad" providerId="ADAL" clId="{E42F5C69-2624-46BE-9C56-04E623441414}" dt="2022-05-21T19:09:53.397" v="5961" actId="108"/>
          <ac:spMkLst>
            <pc:docMk/>
            <pc:sldMk cId="120659488" sldId="262"/>
            <ac:spMk id="33" creationId="{1ECB5A59-5657-4A33-2D0D-DF116B67ADD7}"/>
          </ac:spMkLst>
        </pc:spChg>
        <pc:spChg chg="mod">
          <ac:chgData name="FAKHER Bouchra" userId="53efe934-bf4d-4471-a992-12d4e4ab3dad" providerId="ADAL" clId="{E42F5C69-2624-46BE-9C56-04E623441414}" dt="2022-05-21T19:09:54.342" v="5962" actId="108"/>
          <ac:spMkLst>
            <pc:docMk/>
            <pc:sldMk cId="120659488" sldId="262"/>
            <ac:spMk id="34" creationId="{BD4FFB45-C33E-B98C-35F3-93865DAA5A81}"/>
          </ac:spMkLst>
        </pc:spChg>
        <pc:spChg chg="mod">
          <ac:chgData name="FAKHER Bouchra" userId="53efe934-bf4d-4471-a992-12d4e4ab3dad" providerId="ADAL" clId="{E42F5C69-2624-46BE-9C56-04E623441414}" dt="2022-05-21T19:09:55.743" v="5963" actId="108"/>
          <ac:spMkLst>
            <pc:docMk/>
            <pc:sldMk cId="120659488" sldId="262"/>
            <ac:spMk id="35" creationId="{F012171C-C0FF-4BAF-19E6-E75E6619DB69}"/>
          </ac:spMkLst>
        </pc:spChg>
        <pc:spChg chg="mod">
          <ac:chgData name="FAKHER Bouchra" userId="53efe934-bf4d-4471-a992-12d4e4ab3dad" providerId="ADAL" clId="{E42F5C69-2624-46BE-9C56-04E623441414}" dt="2022-05-21T19:09:50.031" v="5958" actId="108"/>
          <ac:spMkLst>
            <pc:docMk/>
            <pc:sldMk cId="120659488" sldId="262"/>
            <ac:spMk id="36" creationId="{35E27D4D-A7AD-D697-A576-92E88C79D85D}"/>
          </ac:spMkLst>
        </pc:spChg>
        <pc:spChg chg="add mod topLvl">
          <ac:chgData name="FAKHER Bouchra" userId="53efe934-bf4d-4471-a992-12d4e4ab3dad" providerId="ADAL" clId="{E42F5C69-2624-46BE-9C56-04E623441414}" dt="2022-05-21T19:13:28.762" v="5980" actId="164"/>
          <ac:spMkLst>
            <pc:docMk/>
            <pc:sldMk cId="120659488" sldId="262"/>
            <ac:spMk id="37" creationId="{43954EB2-9387-DC8E-0AA4-F86F654BA77B}"/>
          </ac:spMkLst>
        </pc:spChg>
        <pc:spChg chg="add mod">
          <ac:chgData name="FAKHER Bouchra" userId="53efe934-bf4d-4471-a992-12d4e4ab3dad" providerId="ADAL" clId="{E42F5C69-2624-46BE-9C56-04E623441414}" dt="2022-05-21T19:05:50.853" v="5878" actId="164"/>
          <ac:spMkLst>
            <pc:docMk/>
            <pc:sldMk cId="120659488" sldId="262"/>
            <ac:spMk id="38" creationId="{A24A69F7-C94B-BA5D-D5C7-58B4D7044D88}"/>
          </ac:spMkLst>
        </pc:spChg>
        <pc:spChg chg="add mod">
          <ac:chgData name="FAKHER Bouchra" userId="53efe934-bf4d-4471-a992-12d4e4ab3dad" providerId="ADAL" clId="{E42F5C69-2624-46BE-9C56-04E623441414}" dt="2022-05-21T18:38:00.584" v="5484" actId="571"/>
          <ac:spMkLst>
            <pc:docMk/>
            <pc:sldMk cId="120659488" sldId="262"/>
            <ac:spMk id="39" creationId="{EA9DE961-A360-AFA2-C48E-45687380C157}"/>
          </ac:spMkLst>
        </pc:spChg>
        <pc:spChg chg="add mod">
          <ac:chgData name="FAKHER Bouchra" userId="53efe934-bf4d-4471-a992-12d4e4ab3dad" providerId="ADAL" clId="{E42F5C69-2624-46BE-9C56-04E623441414}" dt="2022-05-21T18:38:00.584" v="5484" actId="571"/>
          <ac:spMkLst>
            <pc:docMk/>
            <pc:sldMk cId="120659488" sldId="262"/>
            <ac:spMk id="40" creationId="{67CD1BDE-996E-1A8D-7842-848550789FB3}"/>
          </ac:spMkLst>
        </pc:spChg>
        <pc:spChg chg="add mod">
          <ac:chgData name="FAKHER Bouchra" userId="53efe934-bf4d-4471-a992-12d4e4ab3dad" providerId="ADAL" clId="{E42F5C69-2624-46BE-9C56-04E623441414}" dt="2022-05-21T19:09:43.734" v="5957" actId="207"/>
          <ac:spMkLst>
            <pc:docMk/>
            <pc:sldMk cId="120659488" sldId="262"/>
            <ac:spMk id="43" creationId="{0F577A64-E901-7143-A906-1E15DD3104CB}"/>
          </ac:spMkLst>
        </pc:spChg>
        <pc:spChg chg="add mod">
          <ac:chgData name="FAKHER Bouchra" userId="53efe934-bf4d-4471-a992-12d4e4ab3dad" providerId="ADAL" clId="{E42F5C69-2624-46BE-9C56-04E623441414}" dt="2022-05-21T19:09:50.948" v="5959" actId="108"/>
          <ac:spMkLst>
            <pc:docMk/>
            <pc:sldMk cId="120659488" sldId="262"/>
            <ac:spMk id="45" creationId="{3384DC42-B21F-8104-6C50-13FCA814EEB3}"/>
          </ac:spMkLst>
        </pc:spChg>
        <pc:spChg chg="add mod">
          <ac:chgData name="FAKHER Bouchra" userId="53efe934-bf4d-4471-a992-12d4e4ab3dad" providerId="ADAL" clId="{E42F5C69-2624-46BE-9C56-04E623441414}" dt="2022-05-21T21:01:49.407" v="7495" actId="207"/>
          <ac:spMkLst>
            <pc:docMk/>
            <pc:sldMk cId="120659488" sldId="262"/>
            <ac:spMk id="47" creationId="{4484231D-455E-3A1F-F95A-7941419AB80D}"/>
          </ac:spMkLst>
        </pc:spChg>
        <pc:spChg chg="add mod">
          <ac:chgData name="FAKHER Bouchra" userId="53efe934-bf4d-4471-a992-12d4e4ab3dad" providerId="ADAL" clId="{E42F5C69-2624-46BE-9C56-04E623441414}" dt="2022-05-21T21:01:52.896" v="7497" actId="207"/>
          <ac:spMkLst>
            <pc:docMk/>
            <pc:sldMk cId="120659488" sldId="262"/>
            <ac:spMk id="48" creationId="{A58BA7C5-A456-3C3B-DDCF-FCDC3BE56ABA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50" creationId="{3467338B-6953-04CE-F315-562679CCE8BC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54" creationId="{BDA2B333-413E-DA9C-0FE2-877429583DEC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56" creationId="{AFA6BBB6-8936-B4CC-07BC-04C5AA6FFCB6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59" creationId="{6EDA8CB3-2418-2E89-2DE5-F207B598273B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1" creationId="{864EBDE4-E75E-E5F8-13B8-F3ECA7F11D42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2" creationId="{B1217F6F-025A-7B64-B218-E2B85EB629B6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3" creationId="{D05FB3E4-E5FE-1000-435E-7AF1B34843AB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4" creationId="{A4D6DD93-8E95-1B8E-DBCA-642FBA970687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5" creationId="{497E8ABF-EB34-443E-82CB-F4094C72AD6F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6" creationId="{2CD0021D-88D2-BE8B-F880-41FF12A6B62C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7" creationId="{3D5A1BED-3BFB-CF5E-B061-0DAEDD8641BE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8" creationId="{36616F45-447D-E528-4D93-1BAB710DC449}"/>
          </ac:spMkLst>
        </pc:spChg>
        <pc:spChg chg="mod">
          <ac:chgData name="FAKHER Bouchra" userId="53efe934-bf4d-4471-a992-12d4e4ab3dad" providerId="ADAL" clId="{E42F5C69-2624-46BE-9C56-04E623441414}" dt="2022-05-21T19:13:43.605" v="5983" actId="571"/>
          <ac:spMkLst>
            <pc:docMk/>
            <pc:sldMk cId="120659488" sldId="262"/>
            <ac:spMk id="69" creationId="{9CF21C0B-2C0F-2D63-4F32-373422A0B041}"/>
          </ac:spMkLst>
        </pc:spChg>
        <pc:spChg chg="mod">
          <ac:chgData name="FAKHER Bouchra" userId="53efe934-bf4d-4471-a992-12d4e4ab3dad" providerId="ADAL" clId="{E42F5C69-2624-46BE-9C56-04E623441414}" dt="2022-05-21T19:13:52.074" v="5987" actId="571"/>
          <ac:spMkLst>
            <pc:docMk/>
            <pc:sldMk cId="120659488" sldId="262"/>
            <ac:spMk id="72" creationId="{BFB3565B-23CB-DCA9-5D2A-4F2EE6EA8785}"/>
          </ac:spMkLst>
        </pc:spChg>
        <pc:spChg chg="mod">
          <ac:chgData name="FAKHER Bouchra" userId="53efe934-bf4d-4471-a992-12d4e4ab3dad" providerId="ADAL" clId="{E42F5C69-2624-46BE-9C56-04E623441414}" dt="2022-05-21T19:13:52.074" v="5987" actId="571"/>
          <ac:spMkLst>
            <pc:docMk/>
            <pc:sldMk cId="120659488" sldId="262"/>
            <ac:spMk id="74" creationId="{7F973C44-7854-ADC8-5578-E7F731729920}"/>
          </ac:spMkLst>
        </pc:spChg>
        <pc:spChg chg="mod">
          <ac:chgData name="FAKHER Bouchra" userId="53efe934-bf4d-4471-a992-12d4e4ab3dad" providerId="ADAL" clId="{E42F5C69-2624-46BE-9C56-04E623441414}" dt="2022-05-21T19:13:52.074" v="5987" actId="571"/>
          <ac:spMkLst>
            <pc:docMk/>
            <pc:sldMk cId="120659488" sldId="262"/>
            <ac:spMk id="75" creationId="{EEAA421F-81EF-0CE8-48FF-82D41EFB32D8}"/>
          </ac:spMkLst>
        </pc:spChg>
        <pc:spChg chg="mod">
          <ac:chgData name="FAKHER Bouchra" userId="53efe934-bf4d-4471-a992-12d4e4ab3dad" providerId="ADAL" clId="{E42F5C69-2624-46BE-9C56-04E623441414}" dt="2022-05-21T19:13:52.074" v="5987" actId="571"/>
          <ac:spMkLst>
            <pc:docMk/>
            <pc:sldMk cId="120659488" sldId="262"/>
            <ac:spMk id="76" creationId="{6302D245-CE0F-E454-F224-5C978294074F}"/>
          </ac:spMkLst>
        </pc:spChg>
        <pc:grpChg chg="add mod">
          <ac:chgData name="FAKHER Bouchra" userId="53efe934-bf4d-4471-a992-12d4e4ab3dad" providerId="ADAL" clId="{E42F5C69-2624-46BE-9C56-04E623441414}" dt="2022-05-21T18:40:25.433" v="5574" actId="164"/>
          <ac:grpSpMkLst>
            <pc:docMk/>
            <pc:sldMk cId="120659488" sldId="262"/>
            <ac:grpSpMk id="4" creationId="{5FB95EDD-3171-7890-3985-F59981C197D2}"/>
          </ac:grpSpMkLst>
        </pc:grpChg>
        <pc:grpChg chg="add mod">
          <ac:chgData name="FAKHER Bouchra" userId="53efe934-bf4d-4471-a992-12d4e4ab3dad" providerId="ADAL" clId="{E42F5C69-2624-46BE-9C56-04E623441414}" dt="2022-05-21T19:05:50.853" v="5878" actId="164"/>
          <ac:grpSpMkLst>
            <pc:docMk/>
            <pc:sldMk cId="120659488" sldId="262"/>
            <ac:grpSpMk id="7" creationId="{F303378A-A9A1-B8F8-0EAC-AACFA1B34EBB}"/>
          </ac:grpSpMkLst>
        </pc:grpChg>
        <pc:grpChg chg="add mod">
          <ac:chgData name="FAKHER Bouchra" userId="53efe934-bf4d-4471-a992-12d4e4ab3dad" providerId="ADAL" clId="{E42F5C69-2624-46BE-9C56-04E623441414}" dt="2022-05-21T19:05:50.853" v="5878" actId="164"/>
          <ac:grpSpMkLst>
            <pc:docMk/>
            <pc:sldMk cId="120659488" sldId="262"/>
            <ac:grpSpMk id="8" creationId="{3D193751-7D2B-AFA5-072C-B52F19E1FAAF}"/>
          </ac:grpSpMkLst>
        </pc:grpChg>
        <pc:grpChg chg="add mod">
          <ac:chgData name="FAKHER Bouchra" userId="53efe934-bf4d-4471-a992-12d4e4ab3dad" providerId="ADAL" clId="{E42F5C69-2624-46BE-9C56-04E623441414}" dt="2022-05-21T19:06:14.875" v="5883" actId="164"/>
          <ac:grpSpMkLst>
            <pc:docMk/>
            <pc:sldMk cId="120659488" sldId="262"/>
            <ac:grpSpMk id="9" creationId="{C60814F4-477F-770D-153E-34743CE67023}"/>
          </ac:grpSpMkLst>
        </pc:grpChg>
        <pc:grpChg chg="add del mod">
          <ac:chgData name="FAKHER Bouchra" userId="53efe934-bf4d-4471-a992-12d4e4ab3dad" providerId="ADAL" clId="{E42F5C69-2624-46BE-9C56-04E623441414}" dt="2022-05-21T19:08:30.626" v="5953" actId="165"/>
          <ac:grpSpMkLst>
            <pc:docMk/>
            <pc:sldMk cId="120659488" sldId="262"/>
            <ac:grpSpMk id="10" creationId="{6A75C2A2-C985-F5B2-388D-FBE8D31C1DE8}"/>
          </ac:grpSpMkLst>
        </pc:grpChg>
        <pc:grpChg chg="add mod">
          <ac:chgData name="FAKHER Bouchra" userId="53efe934-bf4d-4471-a992-12d4e4ab3dad" providerId="ADAL" clId="{E42F5C69-2624-46BE-9C56-04E623441414}" dt="2022-05-21T19:13:28.762" v="5980" actId="164"/>
          <ac:grpSpMkLst>
            <pc:docMk/>
            <pc:sldMk cId="120659488" sldId="262"/>
            <ac:grpSpMk id="11" creationId="{2B40AD38-1F4C-ABC1-3847-A100244B5C88}"/>
          </ac:grpSpMkLst>
        </pc:grpChg>
        <pc:grpChg chg="add mod">
          <ac:chgData name="FAKHER Bouchra" userId="53efe934-bf4d-4471-a992-12d4e4ab3dad" providerId="ADAL" clId="{E42F5C69-2624-46BE-9C56-04E623441414}" dt="2022-05-21T21:01:03.392" v="7488" actId="1076"/>
          <ac:grpSpMkLst>
            <pc:docMk/>
            <pc:sldMk cId="120659488" sldId="262"/>
            <ac:grpSpMk id="12" creationId="{10983638-510B-509B-BBCC-2761355D7246}"/>
          </ac:grpSpMkLst>
        </pc:grpChg>
        <pc:grpChg chg="add del mod">
          <ac:chgData name="FAKHER Bouchra" userId="53efe934-bf4d-4471-a992-12d4e4ab3dad" providerId="ADAL" clId="{E42F5C69-2624-46BE-9C56-04E623441414}" dt="2022-05-21T19:05:42.137" v="5876" actId="478"/>
          <ac:grpSpMkLst>
            <pc:docMk/>
            <pc:sldMk cId="120659488" sldId="262"/>
            <ac:grpSpMk id="20" creationId="{49412B10-B1F1-8134-A102-20BDA6482517}"/>
          </ac:grpSpMkLst>
        </pc:grpChg>
        <pc:grpChg chg="mod">
          <ac:chgData name="FAKHER Bouchra" userId="53efe934-bf4d-4471-a992-12d4e4ab3dad" providerId="ADAL" clId="{E42F5C69-2624-46BE-9C56-04E623441414}" dt="2022-05-21T18:38:00.584" v="5484" actId="571"/>
          <ac:grpSpMkLst>
            <pc:docMk/>
            <pc:sldMk cId="120659488" sldId="262"/>
            <ac:grpSpMk id="23" creationId="{5E91313D-62FC-CA77-61E8-83911C0DAE18}"/>
          </ac:grpSpMkLst>
        </pc:grpChg>
        <pc:grpChg chg="del mod">
          <ac:chgData name="FAKHER Bouchra" userId="53efe934-bf4d-4471-a992-12d4e4ab3dad" providerId="ADAL" clId="{E42F5C69-2624-46BE-9C56-04E623441414}" dt="2022-05-21T19:06:01.674" v="5879" actId="165"/>
          <ac:grpSpMkLst>
            <pc:docMk/>
            <pc:sldMk cId="120659488" sldId="262"/>
            <ac:grpSpMk id="41" creationId="{4DDB1C7C-4520-4787-AB99-2F70BDA2B9C2}"/>
          </ac:grpSpMkLst>
        </pc:grpChg>
        <pc:grpChg chg="mod">
          <ac:chgData name="FAKHER Bouchra" userId="53efe934-bf4d-4471-a992-12d4e4ab3dad" providerId="ADAL" clId="{E42F5C69-2624-46BE-9C56-04E623441414}" dt="2022-05-21T21:01:08.280" v="7489" actId="1076"/>
          <ac:grpSpMkLst>
            <pc:docMk/>
            <pc:sldMk cId="120659488" sldId="262"/>
            <ac:grpSpMk id="42" creationId="{CBD9834D-3274-4B85-A45E-B777B52A241C}"/>
          </ac:grpSpMkLst>
        </pc:grpChg>
        <pc:grpChg chg="del">
          <ac:chgData name="FAKHER Bouchra" userId="53efe934-bf4d-4471-a992-12d4e4ab3dad" providerId="ADAL" clId="{E42F5C69-2624-46BE-9C56-04E623441414}" dt="2022-05-18T19:42:30.521" v="761" actId="478"/>
          <ac:grpSpMkLst>
            <pc:docMk/>
            <pc:sldMk cId="120659488" sldId="262"/>
            <ac:grpSpMk id="43" creationId="{064403B7-083D-433E-9DE1-946AB1074FF9}"/>
          </ac:grpSpMkLst>
        </pc:grpChg>
        <pc:grpChg chg="mod">
          <ac:chgData name="FAKHER Bouchra" userId="53efe934-bf4d-4471-a992-12d4e4ab3dad" providerId="ADAL" clId="{E42F5C69-2624-46BE-9C56-04E623441414}" dt="2022-05-21T21:01:12.390" v="7490" actId="1076"/>
          <ac:grpSpMkLst>
            <pc:docMk/>
            <pc:sldMk cId="120659488" sldId="262"/>
            <ac:grpSpMk id="44" creationId="{0AA7B0E6-EAD1-4046-9E99-2FF3F20641B6}"/>
          </ac:grpSpMkLst>
        </pc:grpChg>
        <pc:grpChg chg="del">
          <ac:chgData name="FAKHER Bouchra" userId="53efe934-bf4d-4471-a992-12d4e4ab3dad" providerId="ADAL" clId="{E42F5C69-2624-46BE-9C56-04E623441414}" dt="2022-05-18T19:40:06.691" v="759" actId="478"/>
          <ac:grpSpMkLst>
            <pc:docMk/>
            <pc:sldMk cId="120659488" sldId="262"/>
            <ac:grpSpMk id="45" creationId="{6AB62E96-ACDF-4452-B940-EE04BE259D99}"/>
          </ac:grpSpMkLst>
        </pc:grpChg>
        <pc:grpChg chg="mod">
          <ac:chgData name="FAKHER Bouchra" userId="53efe934-bf4d-4471-a992-12d4e4ab3dad" providerId="ADAL" clId="{E42F5C69-2624-46BE-9C56-04E623441414}" dt="2022-05-21T21:01:18.902" v="7491" actId="1076"/>
          <ac:grpSpMkLst>
            <pc:docMk/>
            <pc:sldMk cId="120659488" sldId="262"/>
            <ac:grpSpMk id="46" creationId="{77FF965B-6DFC-4D23-A8D5-1796DD2808B2}"/>
          </ac:grpSpMkLst>
        </pc:grpChg>
        <pc:grpChg chg="add 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49" creationId="{33074E3D-C08F-E606-B715-75BF59FA314A}"/>
          </ac:grpSpMkLst>
        </pc:grpChg>
        <pc:grpChg chg="add 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52" creationId="{A0DDFB43-72D3-76CD-028E-B476A7E4A62E}"/>
          </ac:grpSpMkLst>
        </pc:grpChg>
        <pc:grpChg chg="add 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55" creationId="{ED805137-FD5B-C21B-D2DF-F4EB08DC90E6}"/>
          </ac:grpSpMkLst>
        </pc:grpChg>
        <pc:grpChg chg="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57" creationId="{C737522F-2D81-3B11-8501-D572BDE15073}"/>
          </ac:grpSpMkLst>
        </pc:grpChg>
        <pc:grpChg chg="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58" creationId="{74A1AE0D-66E8-FDAA-6F25-0D4114D7C964}"/>
          </ac:grpSpMkLst>
        </pc:grpChg>
        <pc:grpChg chg="mod">
          <ac:chgData name="FAKHER Bouchra" userId="53efe934-bf4d-4471-a992-12d4e4ab3dad" providerId="ADAL" clId="{E42F5C69-2624-46BE-9C56-04E623441414}" dt="2022-05-21T19:13:43.605" v="5983" actId="571"/>
          <ac:grpSpMkLst>
            <pc:docMk/>
            <pc:sldMk cId="120659488" sldId="262"/>
            <ac:grpSpMk id="60" creationId="{BF6501AC-EB68-727C-6D44-81EE8B67AE39}"/>
          </ac:grpSpMkLst>
        </pc:grpChg>
        <pc:grpChg chg="add mod">
          <ac:chgData name="FAKHER Bouchra" userId="53efe934-bf4d-4471-a992-12d4e4ab3dad" providerId="ADAL" clId="{E42F5C69-2624-46BE-9C56-04E623441414}" dt="2022-05-21T19:13:52.074" v="5987" actId="571"/>
          <ac:grpSpMkLst>
            <pc:docMk/>
            <pc:sldMk cId="120659488" sldId="262"/>
            <ac:grpSpMk id="70" creationId="{965B0ECF-F4BE-83AC-1A83-41672805A756}"/>
          </ac:grpSpMkLst>
        </pc:grpChg>
        <pc:grpChg chg="add mod">
          <ac:chgData name="FAKHER Bouchra" userId="53efe934-bf4d-4471-a992-12d4e4ab3dad" providerId="ADAL" clId="{E42F5C69-2624-46BE-9C56-04E623441414}" dt="2022-05-21T19:13:52.074" v="5987" actId="571"/>
          <ac:grpSpMkLst>
            <pc:docMk/>
            <pc:sldMk cId="120659488" sldId="262"/>
            <ac:grpSpMk id="73" creationId="{6A517876-021B-5035-90C1-116F6736B990}"/>
          </ac:grpSpMkLst>
        </pc:grpChg>
        <pc:picChg chg="mod">
          <ac:chgData name="FAKHER Bouchra" userId="53efe934-bf4d-4471-a992-12d4e4ab3dad" providerId="ADAL" clId="{E42F5C69-2624-46BE-9C56-04E623441414}" dt="2022-05-21T21:02:14.029" v="7498" actId="207"/>
          <ac:picMkLst>
            <pc:docMk/>
            <pc:sldMk cId="120659488" sldId="262"/>
            <ac:picMk id="26" creationId="{421C5160-F163-4D70-A897-5815065CFA2D}"/>
          </ac:picMkLst>
        </pc:picChg>
        <pc:picChg chg="mod topLvl">
          <ac:chgData name="FAKHER Bouchra" userId="53efe934-bf4d-4471-a992-12d4e4ab3dad" providerId="ADAL" clId="{E42F5C69-2624-46BE-9C56-04E623441414}" dt="2022-05-21T19:13:28.762" v="5980" actId="164"/>
          <ac:picMkLst>
            <pc:docMk/>
            <pc:sldMk cId="120659488" sldId="262"/>
            <ac:picMk id="27" creationId="{E102CD7A-9E91-4B5D-B200-80236157E059}"/>
          </ac:picMkLst>
        </pc:picChg>
        <pc:picChg chg="mod">
          <ac:chgData name="FAKHER Bouchra" userId="53efe934-bf4d-4471-a992-12d4e4ab3dad" providerId="ADAL" clId="{E42F5C69-2624-46BE-9C56-04E623441414}" dt="2022-05-21T21:02:31.075" v="7500" actId="207"/>
          <ac:picMkLst>
            <pc:docMk/>
            <pc:sldMk cId="120659488" sldId="262"/>
            <ac:picMk id="28" creationId="{D958A9DB-911F-4F87-8A4D-29D2086B0B68}"/>
          </ac:picMkLst>
        </pc:picChg>
        <pc:picChg chg="mod">
          <ac:chgData name="FAKHER Bouchra" userId="53efe934-bf4d-4471-a992-12d4e4ab3dad" providerId="ADAL" clId="{E42F5C69-2624-46BE-9C56-04E623441414}" dt="2022-05-21T21:02:23.582" v="7499" actId="207"/>
          <ac:picMkLst>
            <pc:docMk/>
            <pc:sldMk cId="120659488" sldId="262"/>
            <ac:picMk id="31" creationId="{0D5922CB-3FA7-49F4-9E8E-EABBC22646F5}"/>
          </ac:picMkLst>
        </pc:picChg>
        <pc:picChg chg="mod">
          <ac:chgData name="FAKHER Bouchra" userId="53efe934-bf4d-4471-a992-12d4e4ab3dad" providerId="ADAL" clId="{E42F5C69-2624-46BE-9C56-04E623441414}" dt="2022-05-21T19:13:43.605" v="5983" actId="571"/>
          <ac:picMkLst>
            <pc:docMk/>
            <pc:sldMk cId="120659488" sldId="262"/>
            <ac:picMk id="51" creationId="{A284AEB2-4B0C-F45A-62FF-1D50B8CD8B86}"/>
          </ac:picMkLst>
        </pc:picChg>
        <pc:picChg chg="mod">
          <ac:chgData name="FAKHER Bouchra" userId="53efe934-bf4d-4471-a992-12d4e4ab3dad" providerId="ADAL" clId="{E42F5C69-2624-46BE-9C56-04E623441414}" dt="2022-05-21T19:13:43.605" v="5983" actId="571"/>
          <ac:picMkLst>
            <pc:docMk/>
            <pc:sldMk cId="120659488" sldId="262"/>
            <ac:picMk id="53" creationId="{CF0A7A25-CAB3-D166-247E-EE0338C3B136}"/>
          </ac:picMkLst>
        </pc:picChg>
        <pc:picChg chg="mod">
          <ac:chgData name="FAKHER Bouchra" userId="53efe934-bf4d-4471-a992-12d4e4ab3dad" providerId="ADAL" clId="{E42F5C69-2624-46BE-9C56-04E623441414}" dt="2022-05-21T19:13:52.074" v="5987" actId="571"/>
          <ac:picMkLst>
            <pc:docMk/>
            <pc:sldMk cId="120659488" sldId="262"/>
            <ac:picMk id="71" creationId="{5F1E9EF8-EDCD-D8E6-683C-11D421FC6788}"/>
          </ac:picMkLst>
        </pc:picChg>
      </pc:sldChg>
      <pc:sldChg chg="delSp mod">
        <pc:chgData name="FAKHER Bouchra" userId="53efe934-bf4d-4471-a992-12d4e4ab3dad" providerId="ADAL" clId="{E42F5C69-2624-46BE-9C56-04E623441414}" dt="2022-05-21T11:32:12.976" v="2452" actId="478"/>
        <pc:sldMkLst>
          <pc:docMk/>
          <pc:sldMk cId="3989072644" sldId="263"/>
        </pc:sldMkLst>
        <pc:grpChg chg="del">
          <ac:chgData name="FAKHER Bouchra" userId="53efe934-bf4d-4471-a992-12d4e4ab3dad" providerId="ADAL" clId="{E42F5C69-2624-46BE-9C56-04E623441414}" dt="2022-05-21T11:32:12.976" v="2452" actId="478"/>
          <ac:grpSpMkLst>
            <pc:docMk/>
            <pc:sldMk cId="3989072644" sldId="263"/>
            <ac:grpSpMk id="7" creationId="{531DC93E-202B-43A3-8B0D-C11F9AD7A7DC}"/>
          </ac:grpSpMkLst>
        </pc:grpChg>
      </pc:sldChg>
      <pc:sldChg chg="addSp delSp modSp del mod delAnim modAnim">
        <pc:chgData name="FAKHER Bouchra" userId="53efe934-bf4d-4471-a992-12d4e4ab3dad" providerId="ADAL" clId="{E42F5C69-2624-46BE-9C56-04E623441414}" dt="2022-05-21T15:04:52.563" v="3928" actId="47"/>
        <pc:sldMkLst>
          <pc:docMk/>
          <pc:sldMk cId="151246763" sldId="264"/>
        </pc:sldMkLst>
        <pc:spChg chg="mod">
          <ac:chgData name="FAKHER Bouchra" userId="53efe934-bf4d-4471-a992-12d4e4ab3dad" providerId="ADAL" clId="{E42F5C69-2624-46BE-9C56-04E623441414}" dt="2022-05-21T14:58:56.839" v="3829" actId="1076"/>
          <ac:spMkLst>
            <pc:docMk/>
            <pc:sldMk cId="151246763" sldId="264"/>
            <ac:spMk id="79" creationId="{6601C7A5-B5EF-469F-8226-CACE1CF37834}"/>
          </ac:spMkLst>
        </pc:spChg>
        <pc:grpChg chg="add mod">
          <ac:chgData name="FAKHER Bouchra" userId="53efe934-bf4d-4471-a992-12d4e4ab3dad" providerId="ADAL" clId="{E42F5C69-2624-46BE-9C56-04E623441414}" dt="2022-05-21T14:19:07.929" v="3384" actId="164"/>
          <ac:grpSpMkLst>
            <pc:docMk/>
            <pc:sldMk cId="151246763" sldId="264"/>
            <ac:grpSpMk id="4" creationId="{1AF2F83B-E797-CA12-874B-F3E467A8B104}"/>
          </ac:grpSpMkLst>
        </pc:grpChg>
        <pc:grpChg chg="mod">
          <ac:chgData name="FAKHER Bouchra" userId="53efe934-bf4d-4471-a992-12d4e4ab3dad" providerId="ADAL" clId="{E42F5C69-2624-46BE-9C56-04E623441414}" dt="2022-05-21T14:19:07.929" v="3384" actId="164"/>
          <ac:grpSpMkLst>
            <pc:docMk/>
            <pc:sldMk cId="151246763" sldId="264"/>
            <ac:grpSpMk id="45" creationId="{090130E9-6D5D-431D-A4B6-A972AAF044DC}"/>
          </ac:grpSpMkLst>
        </pc:grpChg>
        <pc:grpChg chg="mod">
          <ac:chgData name="FAKHER Bouchra" userId="53efe934-bf4d-4471-a992-12d4e4ab3dad" providerId="ADAL" clId="{E42F5C69-2624-46BE-9C56-04E623441414}" dt="2022-05-21T14:19:07.929" v="3384" actId="164"/>
          <ac:grpSpMkLst>
            <pc:docMk/>
            <pc:sldMk cId="151246763" sldId="264"/>
            <ac:grpSpMk id="46" creationId="{C3B7ECC8-CBC2-4872-9E4C-7D1D3E364AAC}"/>
          </ac:grpSpMkLst>
        </pc:grpChg>
        <pc:grpChg chg="mod">
          <ac:chgData name="FAKHER Bouchra" userId="53efe934-bf4d-4471-a992-12d4e4ab3dad" providerId="ADAL" clId="{E42F5C69-2624-46BE-9C56-04E623441414}" dt="2022-05-21T14:19:07.929" v="3384" actId="164"/>
          <ac:grpSpMkLst>
            <pc:docMk/>
            <pc:sldMk cId="151246763" sldId="264"/>
            <ac:grpSpMk id="47" creationId="{6B5E1346-46F1-4CCA-B01F-FB9497CDC278}"/>
          </ac:grpSpMkLst>
        </pc:grpChg>
        <pc:picChg chg="del">
          <ac:chgData name="FAKHER Bouchra" userId="53efe934-bf4d-4471-a992-12d4e4ab3dad" providerId="ADAL" clId="{E42F5C69-2624-46BE-9C56-04E623441414}" dt="2022-05-21T10:10:08.118" v="2445" actId="478"/>
          <ac:picMkLst>
            <pc:docMk/>
            <pc:sldMk cId="151246763" sldId="264"/>
            <ac:picMk id="56" creationId="{74BAD011-5704-4527-9D20-7B933AA3B1EB}"/>
          </ac:picMkLst>
        </pc:picChg>
        <pc:picChg chg="del">
          <ac:chgData name="FAKHER Bouchra" userId="53efe934-bf4d-4471-a992-12d4e4ab3dad" providerId="ADAL" clId="{E42F5C69-2624-46BE-9C56-04E623441414}" dt="2022-05-21T10:10:06.345" v="2444" actId="478"/>
          <ac:picMkLst>
            <pc:docMk/>
            <pc:sldMk cId="151246763" sldId="264"/>
            <ac:picMk id="57" creationId="{A9B4B0BE-A52A-4EB2-8F42-EB408AD3C589}"/>
          </ac:picMkLst>
        </pc:picChg>
        <pc:picChg chg="mod">
          <ac:chgData name="FAKHER Bouchra" userId="53efe934-bf4d-4471-a992-12d4e4ab3dad" providerId="ADAL" clId="{E42F5C69-2624-46BE-9C56-04E623441414}" dt="2022-05-21T09:54:43.246" v="2443" actId="1076"/>
          <ac:picMkLst>
            <pc:docMk/>
            <pc:sldMk cId="151246763" sldId="264"/>
            <ac:picMk id="72" creationId="{D122A431-D6F9-4D8A-865C-EF30BC088980}"/>
          </ac:picMkLst>
        </pc:picChg>
      </pc:sldChg>
      <pc:sldChg chg="addSp delSp modSp mod delAnim modAnim modNotesTx">
        <pc:chgData name="FAKHER Bouchra" userId="53efe934-bf4d-4471-a992-12d4e4ab3dad" providerId="ADAL" clId="{E42F5C69-2624-46BE-9C56-04E623441414}" dt="2022-05-21T20:51:55.501" v="7456" actId="1076"/>
        <pc:sldMkLst>
          <pc:docMk/>
          <pc:sldMk cId="3687477051" sldId="265"/>
        </pc:sldMkLst>
        <pc:spChg chg="mod">
          <ac:chgData name="FAKHER Bouchra" userId="53efe934-bf4d-4471-a992-12d4e4ab3dad" providerId="ADAL" clId="{E42F5C69-2624-46BE-9C56-04E623441414}" dt="2022-05-21T16:28:03.169" v="5150" actId="1038"/>
          <ac:spMkLst>
            <pc:docMk/>
            <pc:sldMk cId="3687477051" sldId="265"/>
            <ac:spMk id="18" creationId="{BF432602-37F6-47AF-8231-BF07CD50185D}"/>
          </ac:spMkLst>
        </pc:spChg>
        <pc:spChg chg="del">
          <ac:chgData name="FAKHER Bouchra" userId="53efe934-bf4d-4471-a992-12d4e4ab3dad" providerId="ADAL" clId="{E42F5C69-2624-46BE-9C56-04E623441414}" dt="2022-05-21T14:20:29.160" v="3387" actId="478"/>
          <ac:spMkLst>
            <pc:docMk/>
            <pc:sldMk cId="3687477051" sldId="265"/>
            <ac:spMk id="30" creationId="{BE0716CB-A384-4F7D-B2E5-57A54466DD31}"/>
          </ac:spMkLst>
        </pc:spChg>
        <pc:spChg chg="del">
          <ac:chgData name="FAKHER Bouchra" userId="53efe934-bf4d-4471-a992-12d4e4ab3dad" providerId="ADAL" clId="{E42F5C69-2624-46BE-9C56-04E623441414}" dt="2022-05-21T14:20:29.160" v="3387" actId="478"/>
          <ac:spMkLst>
            <pc:docMk/>
            <pc:sldMk cId="3687477051" sldId="265"/>
            <ac:spMk id="32" creationId="{A32D00A9-F392-433D-8D7F-964EA3FC0F19}"/>
          </ac:spMkLst>
        </pc:spChg>
        <pc:spChg chg="mod">
          <ac:chgData name="FAKHER Bouchra" userId="53efe934-bf4d-4471-a992-12d4e4ab3dad" providerId="ADAL" clId="{E42F5C69-2624-46BE-9C56-04E623441414}" dt="2022-05-21T20:50:46.192" v="7443" actId="20577"/>
          <ac:spMkLst>
            <pc:docMk/>
            <pc:sldMk cId="3687477051" sldId="265"/>
            <ac:spMk id="34" creationId="{BA53F866-A5CF-4ADC-8B7F-1B133BC630D0}"/>
          </ac:spMkLst>
        </pc:spChg>
        <pc:spChg chg="mod">
          <ac:chgData name="FAKHER Bouchra" userId="53efe934-bf4d-4471-a992-12d4e4ab3dad" providerId="ADAL" clId="{E42F5C69-2624-46BE-9C56-04E623441414}" dt="2022-05-21T16:28:03.623" v="5151" actId="1037"/>
          <ac:spMkLst>
            <pc:docMk/>
            <pc:sldMk cId="3687477051" sldId="265"/>
            <ac:spMk id="36" creationId="{60095B90-7350-49DA-9067-FD3AF509122D}"/>
          </ac:spMkLst>
        </pc:spChg>
        <pc:spChg chg="mod">
          <ac:chgData name="FAKHER Bouchra" userId="53efe934-bf4d-4471-a992-12d4e4ab3dad" providerId="ADAL" clId="{E42F5C69-2624-46BE-9C56-04E623441414}" dt="2022-05-21T20:51:51.532" v="7454" actId="20577"/>
          <ac:spMkLst>
            <pc:docMk/>
            <pc:sldMk cId="3687477051" sldId="265"/>
            <ac:spMk id="38" creationId="{8515D0A7-8132-4B3F-BCC7-6BC689198F83}"/>
          </ac:spMkLst>
        </pc:spChg>
        <pc:spChg chg="mod">
          <ac:chgData name="FAKHER Bouchra" userId="53efe934-bf4d-4471-a992-12d4e4ab3dad" providerId="ADAL" clId="{E42F5C69-2624-46BE-9C56-04E623441414}" dt="2022-05-21T20:51:55.501" v="7456" actId="1076"/>
          <ac:spMkLst>
            <pc:docMk/>
            <pc:sldMk cId="3687477051" sldId="265"/>
            <ac:spMk id="42" creationId="{FE40CEB1-7491-4418-BEBB-1EF76C7D9869}"/>
          </ac:spMkLst>
        </pc:spChg>
        <pc:spChg chg="ord">
          <ac:chgData name="FAKHER Bouchra" userId="53efe934-bf4d-4471-a992-12d4e4ab3dad" providerId="ADAL" clId="{E42F5C69-2624-46BE-9C56-04E623441414}" dt="2022-05-21T16:12:34.629" v="4930" actId="166"/>
          <ac:spMkLst>
            <pc:docMk/>
            <pc:sldMk cId="3687477051" sldId="265"/>
            <ac:spMk id="44" creationId="{E9283D91-67B6-4CE3-9ACD-C7B6388177C5}"/>
          </ac:spMkLst>
        </pc:spChg>
        <pc:spChg chg="mod">
          <ac:chgData name="FAKHER Bouchra" userId="53efe934-bf4d-4471-a992-12d4e4ab3dad" providerId="ADAL" clId="{E42F5C69-2624-46BE-9C56-04E623441414}" dt="2022-05-21T16:12:19.893" v="4929" actId="1035"/>
          <ac:spMkLst>
            <pc:docMk/>
            <pc:sldMk cId="3687477051" sldId="265"/>
            <ac:spMk id="45" creationId="{987B4CD2-3CA6-48A0-BE0F-8C7DC4D7AB83}"/>
          </ac:spMkLst>
        </pc:spChg>
        <pc:spChg chg="mod">
          <ac:chgData name="FAKHER Bouchra" userId="53efe934-bf4d-4471-a992-12d4e4ab3dad" providerId="ADAL" clId="{E42F5C69-2624-46BE-9C56-04E623441414}" dt="2022-05-21T16:12:19.893" v="4929" actId="1035"/>
          <ac:spMkLst>
            <pc:docMk/>
            <pc:sldMk cId="3687477051" sldId="265"/>
            <ac:spMk id="46" creationId="{18CC4F74-2939-479F-BE92-40BB17A73960}"/>
          </ac:spMkLst>
        </pc:spChg>
        <pc:spChg chg="mod">
          <ac:chgData name="FAKHER Bouchra" userId="53efe934-bf4d-4471-a992-12d4e4ab3dad" providerId="ADAL" clId="{E42F5C69-2624-46BE-9C56-04E623441414}" dt="2022-05-21T16:12:47.687" v="4931" actId="14100"/>
          <ac:spMkLst>
            <pc:docMk/>
            <pc:sldMk cId="3687477051" sldId="265"/>
            <ac:spMk id="47" creationId="{6581DEA6-1D59-476B-84BC-709FB379F87F}"/>
          </ac:spMkLst>
        </pc:spChg>
        <pc:grpChg chg="add mod">
          <ac:chgData name="FAKHER Bouchra" userId="53efe934-bf4d-4471-a992-12d4e4ab3dad" providerId="ADAL" clId="{E42F5C69-2624-46BE-9C56-04E623441414}" dt="2022-05-21T19:12:19.808" v="5977" actId="164"/>
          <ac:grpSpMkLst>
            <pc:docMk/>
            <pc:sldMk cId="3687477051" sldId="265"/>
            <ac:grpSpMk id="10" creationId="{85CDB9F1-F5D1-1525-B97D-8E79A8C252E9}"/>
          </ac:grpSpMkLst>
        </pc:grpChg>
        <pc:grpChg chg="mod">
          <ac:chgData name="FAKHER Bouchra" userId="53efe934-bf4d-4471-a992-12d4e4ab3dad" providerId="ADAL" clId="{E42F5C69-2624-46BE-9C56-04E623441414}" dt="2022-05-21T16:28:03.623" v="5151" actId="1037"/>
          <ac:grpSpMkLst>
            <pc:docMk/>
            <pc:sldMk cId="3687477051" sldId="265"/>
            <ac:grpSpMk id="49" creationId="{0A7B08A7-D8CF-456F-A6E5-22A3CBE8AF89}"/>
          </ac:grpSpMkLst>
        </pc:grpChg>
        <pc:picChg chg="add del mod">
          <ac:chgData name="FAKHER Bouchra" userId="53efe934-bf4d-4471-a992-12d4e4ab3dad" providerId="ADAL" clId="{E42F5C69-2624-46BE-9C56-04E623441414}" dt="2022-05-21T16:27:38.135" v="5120" actId="478"/>
          <ac:picMkLst>
            <pc:docMk/>
            <pc:sldMk cId="3687477051" sldId="265"/>
            <ac:picMk id="7" creationId="{23744E77-9FD4-BC46-FF24-6EC821AE066A}"/>
          </ac:picMkLst>
        </pc:picChg>
        <pc:picChg chg="add mod modCrop">
          <ac:chgData name="FAKHER Bouchra" userId="53efe934-bf4d-4471-a992-12d4e4ab3dad" providerId="ADAL" clId="{E42F5C69-2624-46BE-9C56-04E623441414}" dt="2022-05-21T19:12:19.808" v="5977" actId="164"/>
          <ac:picMkLst>
            <pc:docMk/>
            <pc:sldMk cId="3687477051" sldId="265"/>
            <ac:picMk id="9" creationId="{807B558E-90DB-9268-45B6-23E6EDD584B0}"/>
          </ac:picMkLst>
        </pc:picChg>
        <pc:picChg chg="mod">
          <ac:chgData name="FAKHER Bouchra" userId="53efe934-bf4d-4471-a992-12d4e4ab3dad" providerId="ADAL" clId="{E42F5C69-2624-46BE-9C56-04E623441414}" dt="2022-05-21T16:28:03.169" v="5150" actId="1038"/>
          <ac:picMkLst>
            <pc:docMk/>
            <pc:sldMk cId="3687477051" sldId="265"/>
            <ac:picMk id="16" creationId="{8E91EA26-020A-4C32-9480-205D8EC097EC}"/>
          </ac:picMkLst>
        </pc:picChg>
        <pc:picChg chg="add del mod">
          <ac:chgData name="FAKHER Bouchra" userId="53efe934-bf4d-4471-a992-12d4e4ab3dad" providerId="ADAL" clId="{E42F5C69-2624-46BE-9C56-04E623441414}" dt="2022-05-21T16:27:40.121" v="5121" actId="478"/>
          <ac:picMkLst>
            <pc:docMk/>
            <pc:sldMk cId="3687477051" sldId="265"/>
            <ac:picMk id="22" creationId="{6196A0B3-7DD5-0C19-294B-E001C48FB85B}"/>
          </ac:picMkLst>
        </pc:picChg>
        <pc:picChg chg="del mod">
          <ac:chgData name="FAKHER Bouchra" userId="53efe934-bf4d-4471-a992-12d4e4ab3dad" providerId="ADAL" clId="{E42F5C69-2624-46BE-9C56-04E623441414}" dt="2022-05-21T15:02:48.488" v="3836" actId="478"/>
          <ac:picMkLst>
            <pc:docMk/>
            <pc:sldMk cId="3687477051" sldId="265"/>
            <ac:picMk id="24" creationId="{4EBF48B9-DEDB-44E6-80EB-9026548E2BFA}"/>
          </ac:picMkLst>
        </pc:picChg>
        <pc:picChg chg="add mod modCrop">
          <ac:chgData name="FAKHER Bouchra" userId="53efe934-bf4d-4471-a992-12d4e4ab3dad" providerId="ADAL" clId="{E42F5C69-2624-46BE-9C56-04E623441414}" dt="2022-05-21T19:12:19.808" v="5977" actId="164"/>
          <ac:picMkLst>
            <pc:docMk/>
            <pc:sldMk cId="3687477051" sldId="265"/>
            <ac:picMk id="27" creationId="{5C6FB3F4-8CBF-3AE3-F5C3-8A7F959D3C3F}"/>
          </ac:picMkLst>
        </pc:picChg>
        <pc:picChg chg="del mod">
          <ac:chgData name="FAKHER Bouchra" userId="53efe934-bf4d-4471-a992-12d4e4ab3dad" providerId="ADAL" clId="{E42F5C69-2624-46BE-9C56-04E623441414}" dt="2022-05-21T15:02:48.488" v="3836" actId="478"/>
          <ac:picMkLst>
            <pc:docMk/>
            <pc:sldMk cId="3687477051" sldId="265"/>
            <ac:picMk id="28" creationId="{01E7CE5A-36DB-4D17-BFEF-06AB0846A763}"/>
          </ac:picMkLst>
        </pc:picChg>
        <pc:picChg chg="add mod modCrop">
          <ac:chgData name="FAKHER Bouchra" userId="53efe934-bf4d-4471-a992-12d4e4ab3dad" providerId="ADAL" clId="{E42F5C69-2624-46BE-9C56-04E623441414}" dt="2022-05-21T19:12:19.808" v="5977" actId="164"/>
          <ac:picMkLst>
            <pc:docMk/>
            <pc:sldMk cId="3687477051" sldId="265"/>
            <ac:picMk id="29" creationId="{75F5C50B-5988-FC24-EE4C-AB67593C0510}"/>
          </ac:picMkLst>
        </pc:picChg>
      </pc:sldChg>
      <pc:sldChg chg="del">
        <pc:chgData name="FAKHER Bouchra" userId="53efe934-bf4d-4471-a992-12d4e4ab3dad" providerId="ADAL" clId="{E42F5C69-2624-46BE-9C56-04E623441414}" dt="2022-05-18T19:25:40.593" v="703" actId="47"/>
        <pc:sldMkLst>
          <pc:docMk/>
          <pc:sldMk cId="29982556" sldId="266"/>
        </pc:sldMkLst>
      </pc:sldChg>
      <pc:sldChg chg="del">
        <pc:chgData name="FAKHER Bouchra" userId="53efe934-bf4d-4471-a992-12d4e4ab3dad" providerId="ADAL" clId="{E42F5C69-2624-46BE-9C56-04E623441414}" dt="2022-05-18T18:57:22.853" v="30" actId="47"/>
        <pc:sldMkLst>
          <pc:docMk/>
          <pc:sldMk cId="3358117283" sldId="272"/>
        </pc:sldMkLst>
      </pc:sldChg>
      <pc:sldChg chg="del">
        <pc:chgData name="FAKHER Bouchra" userId="53efe934-bf4d-4471-a992-12d4e4ab3dad" providerId="ADAL" clId="{E42F5C69-2624-46BE-9C56-04E623441414}" dt="2022-05-18T18:57:24.208" v="31" actId="47"/>
        <pc:sldMkLst>
          <pc:docMk/>
          <pc:sldMk cId="897447250" sldId="273"/>
        </pc:sldMkLst>
      </pc:sldChg>
      <pc:sldChg chg="addSp delSp modSp del mod delAnim modAnim">
        <pc:chgData name="FAKHER Bouchra" userId="53efe934-bf4d-4471-a992-12d4e4ab3dad" providerId="ADAL" clId="{E42F5C69-2624-46BE-9C56-04E623441414}" dt="2022-05-18T19:25:35.160" v="700" actId="47"/>
        <pc:sldMkLst>
          <pc:docMk/>
          <pc:sldMk cId="2783531961" sldId="275"/>
        </pc:sldMkLst>
        <pc:picChg chg="add del mod">
          <ac:chgData name="FAKHER Bouchra" userId="53efe934-bf4d-4471-a992-12d4e4ab3dad" providerId="ADAL" clId="{E42F5C69-2624-46BE-9C56-04E623441414}" dt="2022-05-18T19:05:21.846" v="161" actId="21"/>
          <ac:picMkLst>
            <pc:docMk/>
            <pc:sldMk cId="2783531961" sldId="275"/>
            <ac:picMk id="9" creationId="{0872ECE1-6C59-6363-2A60-FFDAB8FD1E44}"/>
          </ac:picMkLst>
        </pc:picChg>
      </pc:sldChg>
      <pc:sldChg chg="del">
        <pc:chgData name="FAKHER Bouchra" userId="53efe934-bf4d-4471-a992-12d4e4ab3dad" providerId="ADAL" clId="{E42F5C69-2624-46BE-9C56-04E623441414}" dt="2022-05-18T19:25:36.231" v="701" actId="47"/>
        <pc:sldMkLst>
          <pc:docMk/>
          <pc:sldMk cId="1512654243" sldId="276"/>
        </pc:sldMkLst>
      </pc:sldChg>
      <pc:sldChg chg="addSp delSp modSp add del mod delAnim modAnim modNotesTx">
        <pc:chgData name="FAKHER Bouchra" userId="53efe934-bf4d-4471-a992-12d4e4ab3dad" providerId="ADAL" clId="{E42F5C69-2624-46BE-9C56-04E623441414}" dt="2022-05-21T21:13:30.221" v="7561" actId="20577"/>
        <pc:sldMkLst>
          <pc:docMk/>
          <pc:sldMk cId="719815383" sldId="282"/>
        </pc:sldMkLst>
        <pc:spChg chg="mod">
          <ac:chgData name="FAKHER Bouchra" userId="53efe934-bf4d-4471-a992-12d4e4ab3dad" providerId="ADAL" clId="{E42F5C69-2624-46BE-9C56-04E623441414}" dt="2022-05-21T17:53:01.274" v="5255"/>
          <ac:spMkLst>
            <pc:docMk/>
            <pc:sldMk cId="719815383" sldId="282"/>
            <ac:spMk id="2" creationId="{00000000-0000-0000-0000-000000000000}"/>
          </ac:spMkLst>
        </pc:spChg>
        <pc:spChg chg="add mod">
          <ac:chgData name="FAKHER Bouchra" userId="53efe934-bf4d-4471-a992-12d4e4ab3dad" providerId="ADAL" clId="{E42F5C69-2624-46BE-9C56-04E623441414}" dt="2022-05-21T18:33:51.061" v="5347" actId="403"/>
          <ac:spMkLst>
            <pc:docMk/>
            <pc:sldMk cId="719815383" sldId="282"/>
            <ac:spMk id="11" creationId="{C34F6923-6D5D-69F9-2934-DE071B923D80}"/>
          </ac:spMkLst>
        </pc:spChg>
        <pc:spChg chg="add mod">
          <ac:chgData name="FAKHER Bouchra" userId="53efe934-bf4d-4471-a992-12d4e4ab3dad" providerId="ADAL" clId="{E42F5C69-2624-46BE-9C56-04E623441414}" dt="2022-05-21T18:32:22.910" v="5332" actId="571"/>
          <ac:spMkLst>
            <pc:docMk/>
            <pc:sldMk cId="719815383" sldId="282"/>
            <ac:spMk id="14" creationId="{7D4C3D41-CB5C-EC2F-B590-CC96CB05864A}"/>
          </ac:spMkLst>
        </pc:spChg>
        <pc:spChg chg="del mod">
          <ac:chgData name="FAKHER Bouchra" userId="53efe934-bf4d-4471-a992-12d4e4ab3dad" providerId="ADAL" clId="{E42F5C69-2624-46BE-9C56-04E623441414}" dt="2022-05-18T18:57:39.444" v="33" actId="478"/>
          <ac:spMkLst>
            <pc:docMk/>
            <pc:sldMk cId="719815383" sldId="282"/>
            <ac:spMk id="28" creationId="{EE6F0901-6E8F-4C65-AAD5-53D253D63B28}"/>
          </ac:spMkLst>
        </pc:spChg>
        <pc:spChg chg="mod">
          <ac:chgData name="FAKHER Bouchra" userId="53efe934-bf4d-4471-a992-12d4e4ab3dad" providerId="ADAL" clId="{E42F5C69-2624-46BE-9C56-04E623441414}" dt="2022-05-18T19:00:49.950" v="94" actId="255"/>
          <ac:spMkLst>
            <pc:docMk/>
            <pc:sldMk cId="719815383" sldId="282"/>
            <ac:spMk id="37" creationId="{CD3F6BFD-C8FF-4142-9347-96C15F04A91A}"/>
          </ac:spMkLst>
        </pc:spChg>
        <pc:spChg chg="mod">
          <ac:chgData name="FAKHER Bouchra" userId="53efe934-bf4d-4471-a992-12d4e4ab3dad" providerId="ADAL" clId="{E42F5C69-2624-46BE-9C56-04E623441414}" dt="2022-05-18T19:01:22.928" v="110" actId="20577"/>
          <ac:spMkLst>
            <pc:docMk/>
            <pc:sldMk cId="719815383" sldId="282"/>
            <ac:spMk id="39" creationId="{0D4C2D9E-9729-4FE1-9B74-803D3387DF0E}"/>
          </ac:spMkLst>
        </pc:spChg>
        <pc:spChg chg="mod">
          <ac:chgData name="FAKHER Bouchra" userId="53efe934-bf4d-4471-a992-12d4e4ab3dad" providerId="ADAL" clId="{E42F5C69-2624-46BE-9C56-04E623441414}" dt="2022-05-18T19:04:20.688" v="144" actId="20577"/>
          <ac:spMkLst>
            <pc:docMk/>
            <pc:sldMk cId="719815383" sldId="282"/>
            <ac:spMk id="41" creationId="{DA82F92A-B9DB-4985-822D-D603941493C3}"/>
          </ac:spMkLst>
        </pc:spChg>
        <pc:spChg chg="mod topLvl">
          <ac:chgData name="FAKHER Bouchra" userId="53efe934-bf4d-4471-a992-12d4e4ab3dad" providerId="ADAL" clId="{E42F5C69-2624-46BE-9C56-04E623441414}" dt="2022-05-18T19:00:29.008" v="86" actId="164"/>
          <ac:spMkLst>
            <pc:docMk/>
            <pc:sldMk cId="719815383" sldId="282"/>
            <ac:spMk id="42" creationId="{3EB0008D-7C7C-432B-BF17-143DA65B2BB3}"/>
          </ac:spMkLst>
        </pc:spChg>
        <pc:spChg chg="del mod topLvl">
          <ac:chgData name="FAKHER Bouchra" userId="53efe934-bf4d-4471-a992-12d4e4ab3dad" providerId="ADAL" clId="{E42F5C69-2624-46BE-9C56-04E623441414}" dt="2022-05-18T18:59:06.273" v="67" actId="478"/>
          <ac:spMkLst>
            <pc:docMk/>
            <pc:sldMk cId="719815383" sldId="282"/>
            <ac:spMk id="43" creationId="{AED517B2-85FB-4BA2-BF6C-2C8DBD51BE54}"/>
          </ac:spMkLst>
        </pc:spChg>
        <pc:spChg chg="del mod topLvl">
          <ac:chgData name="FAKHER Bouchra" userId="53efe934-bf4d-4471-a992-12d4e4ab3dad" providerId="ADAL" clId="{E42F5C69-2624-46BE-9C56-04E623441414}" dt="2022-05-18T18:59:55.129" v="80" actId="478"/>
          <ac:spMkLst>
            <pc:docMk/>
            <pc:sldMk cId="719815383" sldId="282"/>
            <ac:spMk id="44" creationId="{0D718966-ACDA-4AE1-8C67-8CE0B72E56CD}"/>
          </ac:spMkLst>
        </pc:spChg>
        <pc:spChg chg="mod topLvl">
          <ac:chgData name="FAKHER Bouchra" userId="53efe934-bf4d-4471-a992-12d4e4ab3dad" providerId="ADAL" clId="{E42F5C69-2624-46BE-9C56-04E623441414}" dt="2022-05-18T19:01:21.048" v="108" actId="1076"/>
          <ac:spMkLst>
            <pc:docMk/>
            <pc:sldMk cId="719815383" sldId="282"/>
            <ac:spMk id="45" creationId="{010FC977-101C-4404-A102-FC05BA01B70E}"/>
          </ac:spMkLst>
        </pc:spChg>
        <pc:spChg chg="add mod">
          <ac:chgData name="FAKHER Bouchra" userId="53efe934-bf4d-4471-a992-12d4e4ab3dad" providerId="ADAL" clId="{E42F5C69-2624-46BE-9C56-04E623441414}" dt="2022-05-18T18:58:50.819" v="62" actId="571"/>
          <ac:spMkLst>
            <pc:docMk/>
            <pc:sldMk cId="719815383" sldId="282"/>
            <ac:spMk id="54" creationId="{777A6724-0821-575C-EA9C-3428506D8DEF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4" creationId="{E3751A1E-B780-F1DE-9908-76B912068D10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5" creationId="{22771257-9490-29C7-69BD-8689A9415E33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6" creationId="{DE549EA1-7A13-79EB-689F-F79B80EDA923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7" creationId="{C6FE6BFD-7125-B6F4-9291-25EA1B6C5E4E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8" creationId="{9DA399E2-AFF2-658F-3B3D-34BCBEBC9D5D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69" creationId="{055ECC30-C2F8-386A-B9B1-B6103DD2469A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0" creationId="{0F0D7023-74B9-5BA3-3F1A-1FD143468BD3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1" creationId="{4BC508D2-7D3E-9604-6D6B-4526E36F9F25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2" creationId="{07F64447-8160-FBB0-C7ED-8C1D0328B439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3" creationId="{DB40AA22-7FB1-1EE6-F0DC-7DA6BA9AE208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4" creationId="{8D8448BB-803E-2537-F55A-1B3FA97A8C36}"/>
          </ac:spMkLst>
        </pc:spChg>
        <pc:spChg chg="add mod">
          <ac:chgData name="FAKHER Bouchra" userId="53efe934-bf4d-4471-a992-12d4e4ab3dad" providerId="ADAL" clId="{E42F5C69-2624-46BE-9C56-04E623441414}" dt="2022-05-18T19:09:28.381" v="476"/>
          <ac:spMkLst>
            <pc:docMk/>
            <pc:sldMk cId="719815383" sldId="282"/>
            <ac:spMk id="75" creationId="{BC2D94A9-E97C-3D74-9831-71F22357A0B3}"/>
          </ac:spMkLst>
        </pc:spChg>
        <pc:spChg chg="add mod">
          <ac:chgData name="FAKHER Bouchra" userId="53efe934-bf4d-4471-a992-12d4e4ab3dad" providerId="ADAL" clId="{E42F5C69-2624-46BE-9C56-04E623441414}" dt="2022-05-21T21:13:30.221" v="7561" actId="20577"/>
          <ac:spMkLst>
            <pc:docMk/>
            <pc:sldMk cId="719815383" sldId="282"/>
            <ac:spMk id="76" creationId="{D48F6A74-924E-FDE6-299B-151E2FC85C72}"/>
          </ac:spMkLst>
        </pc:spChg>
        <pc:spChg chg="add mod">
          <ac:chgData name="FAKHER Bouchra" userId="53efe934-bf4d-4471-a992-12d4e4ab3dad" providerId="ADAL" clId="{E42F5C69-2624-46BE-9C56-04E623441414}" dt="2022-05-21T18:33:54.323" v="5349" actId="403"/>
          <ac:spMkLst>
            <pc:docMk/>
            <pc:sldMk cId="719815383" sldId="282"/>
            <ac:spMk id="77" creationId="{0BDBECF2-4B1F-7262-2EF1-06443E246E00}"/>
          </ac:spMkLst>
        </pc:spChg>
        <pc:spChg chg="add del">
          <ac:chgData name="FAKHER Bouchra" userId="53efe934-bf4d-4471-a992-12d4e4ab3dad" providerId="ADAL" clId="{E42F5C69-2624-46BE-9C56-04E623441414}" dt="2022-05-18T19:18:27.615" v="514" actId="22"/>
          <ac:spMkLst>
            <pc:docMk/>
            <pc:sldMk cId="719815383" sldId="282"/>
            <ac:spMk id="78" creationId="{39157300-1CBA-313E-6F91-DC5547922B0E}"/>
          </ac:spMkLst>
        </pc:spChg>
        <pc:grpChg chg="add mod">
          <ac:chgData name="FAKHER Bouchra" userId="53efe934-bf4d-4471-a992-12d4e4ab3dad" providerId="ADAL" clId="{E42F5C69-2624-46BE-9C56-04E623441414}" dt="2022-05-21T18:29:47.784" v="5304" actId="164"/>
          <ac:grpSpMkLst>
            <pc:docMk/>
            <pc:sldMk cId="719815383" sldId="282"/>
            <ac:grpSpMk id="4" creationId="{84D7DAFA-57F3-62EA-88E2-36EAB8AAA35E}"/>
          </ac:grpSpMkLst>
        </pc:grpChg>
        <pc:grpChg chg="add mod">
          <ac:chgData name="FAKHER Bouchra" userId="53efe934-bf4d-4471-a992-12d4e4ab3dad" providerId="ADAL" clId="{E42F5C69-2624-46BE-9C56-04E623441414}" dt="2022-05-18T19:00:31.470" v="87" actId="164"/>
          <ac:grpSpMkLst>
            <pc:docMk/>
            <pc:sldMk cId="719815383" sldId="282"/>
            <ac:grpSpMk id="4" creationId="{DA9AB046-C8DE-E92B-4B61-39518B61E824}"/>
          </ac:grpSpMkLst>
        </pc:grpChg>
        <pc:grpChg chg="add mod">
          <ac:chgData name="FAKHER Bouchra" userId="53efe934-bf4d-4471-a992-12d4e4ab3dad" providerId="ADAL" clId="{E42F5C69-2624-46BE-9C56-04E623441414}" dt="2022-05-18T19:00:31.470" v="87" actId="164"/>
          <ac:grpSpMkLst>
            <pc:docMk/>
            <pc:sldMk cId="719815383" sldId="282"/>
            <ac:grpSpMk id="7" creationId="{6879278E-8694-A346-2537-36515ADE8A2D}"/>
          </ac:grpSpMkLst>
        </pc:grpChg>
        <pc:grpChg chg="add mod">
          <ac:chgData name="FAKHER Bouchra" userId="53efe934-bf4d-4471-a992-12d4e4ab3dad" providerId="ADAL" clId="{E42F5C69-2624-46BE-9C56-04E623441414}" dt="2022-05-21T18:32:24.498" v="5333" actId="164"/>
          <ac:grpSpMkLst>
            <pc:docMk/>
            <pc:sldMk cId="719815383" sldId="282"/>
            <ac:grpSpMk id="7" creationId="{BFFBCEDC-5CD3-7795-964C-B3E1C998B41F}"/>
          </ac:grpSpMkLst>
        </pc:grpChg>
        <pc:grpChg chg="add mod">
          <ac:chgData name="FAKHER Bouchra" userId="53efe934-bf4d-4471-a992-12d4e4ab3dad" providerId="ADAL" clId="{E42F5C69-2624-46BE-9C56-04E623441414}" dt="2022-05-18T19:00:35.726" v="90" actId="164"/>
          <ac:grpSpMkLst>
            <pc:docMk/>
            <pc:sldMk cId="719815383" sldId="282"/>
            <ac:grpSpMk id="9" creationId="{377CF63B-E349-647F-413A-B3B548CE52ED}"/>
          </ac:grpSpMkLst>
        </pc:grpChg>
        <pc:grpChg chg="add mod">
          <ac:chgData name="FAKHER Bouchra" userId="53efe934-bf4d-4471-a992-12d4e4ab3dad" providerId="ADAL" clId="{E42F5C69-2624-46BE-9C56-04E623441414}" dt="2022-05-21T18:32:29.845" v="5334" actId="164"/>
          <ac:grpSpMkLst>
            <pc:docMk/>
            <pc:sldMk cId="719815383" sldId="282"/>
            <ac:grpSpMk id="9" creationId="{EEBB9290-5C71-6A30-B864-8407483FE3D3}"/>
          </ac:grpSpMkLst>
        </pc:grpChg>
        <pc:grpChg chg="add del mod">
          <ac:chgData name="FAKHER Bouchra" userId="53efe934-bf4d-4471-a992-12d4e4ab3dad" providerId="ADAL" clId="{E42F5C69-2624-46BE-9C56-04E623441414}" dt="2022-05-18T19:09:59.573" v="480" actId="478"/>
          <ac:grpSpMkLst>
            <pc:docMk/>
            <pc:sldMk cId="719815383" sldId="282"/>
            <ac:grpSpMk id="10" creationId="{83CE1D5A-D659-CE22-E2DD-B97BF35BD2DF}"/>
          </ac:grpSpMkLst>
        </pc:grpChg>
        <pc:grpChg chg="del">
          <ac:chgData name="FAKHER Bouchra" userId="53efe934-bf4d-4471-a992-12d4e4ab3dad" providerId="ADAL" clId="{E42F5C69-2624-46BE-9C56-04E623441414}" dt="2022-05-18T18:57:39.444" v="33" actId="478"/>
          <ac:grpSpMkLst>
            <pc:docMk/>
            <pc:sldMk cId="719815383" sldId="282"/>
            <ac:grpSpMk id="46" creationId="{A84ABED2-EB88-4148-997D-0B4D3CE1DA8C}"/>
          </ac:grpSpMkLst>
        </pc:grpChg>
        <pc:grpChg chg="del">
          <ac:chgData name="FAKHER Bouchra" userId="53efe934-bf4d-4471-a992-12d4e4ab3dad" providerId="ADAL" clId="{E42F5C69-2624-46BE-9C56-04E623441414}" dt="2022-05-18T18:57:39.444" v="33" actId="478"/>
          <ac:grpSpMkLst>
            <pc:docMk/>
            <pc:sldMk cId="719815383" sldId="282"/>
            <ac:grpSpMk id="47" creationId="{BC00A3A1-03C3-410D-985A-21FB5E78B7BF}"/>
          </ac:grpSpMkLst>
        </pc:grpChg>
        <pc:grpChg chg="del">
          <ac:chgData name="FAKHER Bouchra" userId="53efe934-bf4d-4471-a992-12d4e4ab3dad" providerId="ADAL" clId="{E42F5C69-2624-46BE-9C56-04E623441414}" dt="2022-05-18T18:57:39.444" v="33" actId="478"/>
          <ac:grpSpMkLst>
            <pc:docMk/>
            <pc:sldMk cId="719815383" sldId="282"/>
            <ac:grpSpMk id="48" creationId="{F407F844-4103-4C79-A82C-7C597F52E3AA}"/>
          </ac:grpSpMkLst>
        </pc:grpChg>
        <pc:grpChg chg="del">
          <ac:chgData name="FAKHER Bouchra" userId="53efe934-bf4d-4471-a992-12d4e4ab3dad" providerId="ADAL" clId="{E42F5C69-2624-46BE-9C56-04E623441414}" dt="2022-05-18T18:57:39.444" v="33" actId="478"/>
          <ac:grpSpMkLst>
            <pc:docMk/>
            <pc:sldMk cId="719815383" sldId="282"/>
            <ac:grpSpMk id="49" creationId="{D4FD0553-0E66-4DB0-B6AD-832A98DB544A}"/>
          </ac:grpSpMkLst>
        </pc:grpChg>
        <pc:grpChg chg="mod">
          <ac:chgData name="FAKHER Bouchra" userId="53efe934-bf4d-4471-a992-12d4e4ab3dad" providerId="ADAL" clId="{E42F5C69-2624-46BE-9C56-04E623441414}" dt="2022-05-18T19:00:35.726" v="90" actId="164"/>
          <ac:grpSpMkLst>
            <pc:docMk/>
            <pc:sldMk cId="719815383" sldId="282"/>
            <ac:grpSpMk id="50" creationId="{C5A39392-5C3B-41FA-BFA1-5769D886D2FC}"/>
          </ac:grpSpMkLst>
        </pc:grpChg>
        <pc:grpChg chg="mod">
          <ac:chgData name="FAKHER Bouchra" userId="53efe934-bf4d-4471-a992-12d4e4ab3dad" providerId="ADAL" clId="{E42F5C69-2624-46BE-9C56-04E623441414}" dt="2022-05-18T19:00:19.853" v="83" actId="164"/>
          <ac:grpSpMkLst>
            <pc:docMk/>
            <pc:sldMk cId="719815383" sldId="282"/>
            <ac:grpSpMk id="51" creationId="{23DEC175-9068-43AB-828F-4A6F42883CD0}"/>
          </ac:grpSpMkLst>
        </pc:grpChg>
        <pc:grpChg chg="del mod">
          <ac:chgData name="FAKHER Bouchra" userId="53efe934-bf4d-4471-a992-12d4e4ab3dad" providerId="ADAL" clId="{E42F5C69-2624-46BE-9C56-04E623441414}" dt="2022-05-18T18:59:06.273" v="67" actId="478"/>
          <ac:grpSpMkLst>
            <pc:docMk/>
            <pc:sldMk cId="719815383" sldId="282"/>
            <ac:grpSpMk id="52" creationId="{A040EF2B-6B45-4F01-B821-3D0942897596}"/>
          </ac:grpSpMkLst>
        </pc:grpChg>
        <pc:grpChg chg="del mod">
          <ac:chgData name="FAKHER Bouchra" userId="53efe934-bf4d-4471-a992-12d4e4ab3dad" providerId="ADAL" clId="{E42F5C69-2624-46BE-9C56-04E623441414}" dt="2022-05-18T18:59:49.967" v="78" actId="165"/>
          <ac:grpSpMkLst>
            <pc:docMk/>
            <pc:sldMk cId="719815383" sldId="282"/>
            <ac:grpSpMk id="53" creationId="{C5075EE3-37D4-412D-AFE0-AA075E8B3F01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58" creationId="{34E105AB-09BF-9827-7E94-D55461F1DCF8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59" creationId="{2093F5E1-1067-03A8-FF57-0F5E95BED814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60" creationId="{EA8BB510-A8B5-00F9-1392-E552AB0DF635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61" creationId="{BBC902EC-FCA3-DA80-D5EE-47E7BC971682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62" creationId="{D9C44C1C-CB4B-9895-79DC-227B59F14048}"/>
          </ac:grpSpMkLst>
        </pc:grpChg>
        <pc:grpChg chg="add mod">
          <ac:chgData name="FAKHER Bouchra" userId="53efe934-bf4d-4471-a992-12d4e4ab3dad" providerId="ADAL" clId="{E42F5C69-2624-46BE-9C56-04E623441414}" dt="2022-05-18T19:09:28.381" v="476"/>
          <ac:grpSpMkLst>
            <pc:docMk/>
            <pc:sldMk cId="719815383" sldId="282"/>
            <ac:grpSpMk id="63" creationId="{9692DFBC-DB07-453F-D1BC-3F1EB97E1DE2}"/>
          </ac:grpSpMkLst>
        </pc:grpChg>
        <pc:graphicFrameChg chg="add del mod modGraphic">
          <ac:chgData name="FAKHER Bouchra" userId="53efe934-bf4d-4471-a992-12d4e4ab3dad" providerId="ADAL" clId="{E42F5C69-2624-46BE-9C56-04E623441414}" dt="2022-05-18T19:09:38.247" v="477" actId="11529"/>
          <ac:graphicFrameMkLst>
            <pc:docMk/>
            <pc:sldMk cId="719815383" sldId="282"/>
            <ac:graphicFrameMk id="56" creationId="{3E814442-D32A-37D6-CE5C-2673747BC0AE}"/>
          </ac:graphicFrameMkLst>
        </pc:graphicFrameChg>
        <pc:picChg chg="mod">
          <ac:chgData name="FAKHER Bouchra" userId="53efe934-bf4d-4471-a992-12d4e4ab3dad" providerId="ADAL" clId="{E42F5C69-2624-46BE-9C56-04E623441414}" dt="2022-05-21T18:29:47.784" v="5304" actId="164"/>
          <ac:picMkLst>
            <pc:docMk/>
            <pc:sldMk cId="719815383" sldId="282"/>
            <ac:picMk id="8" creationId="{9693BF3A-3F7B-4A01-ACE0-A5147902304A}"/>
          </ac:picMkLst>
        </pc:picChg>
        <pc:picChg chg="add mod">
          <ac:chgData name="FAKHER Bouchra" userId="53efe934-bf4d-4471-a992-12d4e4ab3dad" providerId="ADAL" clId="{E42F5C69-2624-46BE-9C56-04E623441414}" dt="2022-05-21T18:32:22.910" v="5332" actId="571"/>
          <ac:picMkLst>
            <pc:docMk/>
            <pc:sldMk cId="719815383" sldId="282"/>
            <ac:picMk id="13" creationId="{86477D46-6747-2262-8F13-82FE5C2B24F0}"/>
          </ac:picMkLst>
        </pc:picChg>
        <pc:picChg chg="add mod modCrop">
          <ac:chgData name="FAKHER Bouchra" userId="53efe934-bf4d-4471-a992-12d4e4ab3dad" providerId="ADAL" clId="{E42F5C69-2624-46BE-9C56-04E623441414}" dt="2022-05-21T18:32:24.498" v="5333" actId="164"/>
          <ac:picMkLst>
            <pc:docMk/>
            <pc:sldMk cId="719815383" sldId="282"/>
            <ac:picMk id="55" creationId="{78A4494C-17DC-B197-04B9-8EC60A26E6CF}"/>
          </ac:picMkLst>
        </pc:picChg>
        <pc:picChg chg="add mod">
          <ac:chgData name="FAKHER Bouchra" userId="53efe934-bf4d-4471-a992-12d4e4ab3dad" providerId="ADAL" clId="{E42F5C69-2624-46BE-9C56-04E623441414}" dt="2022-05-21T18:32:29.845" v="5334" actId="164"/>
          <ac:picMkLst>
            <pc:docMk/>
            <pc:sldMk cId="719815383" sldId="282"/>
            <ac:picMk id="57" creationId="{3549D9F3-7554-1DAF-234B-AE2DB1574327}"/>
          </ac:picMkLst>
        </pc:picChg>
      </pc:sldChg>
      <pc:sldChg chg="del">
        <pc:chgData name="FAKHER Bouchra" userId="53efe934-bf4d-4471-a992-12d4e4ab3dad" providerId="ADAL" clId="{E42F5C69-2624-46BE-9C56-04E623441414}" dt="2022-05-18T18:50:04.753" v="0" actId="47"/>
        <pc:sldMkLst>
          <pc:docMk/>
          <pc:sldMk cId="998029928" sldId="283"/>
        </pc:sldMkLst>
      </pc:sldChg>
      <pc:sldChg chg="del">
        <pc:chgData name="FAKHER Bouchra" userId="53efe934-bf4d-4471-a992-12d4e4ab3dad" providerId="ADAL" clId="{E42F5C69-2624-46BE-9C56-04E623441414}" dt="2022-05-18T18:50:04.753" v="0" actId="47"/>
        <pc:sldMkLst>
          <pc:docMk/>
          <pc:sldMk cId="1706875704" sldId="284"/>
        </pc:sldMkLst>
      </pc:sldChg>
      <pc:sldChg chg="del">
        <pc:chgData name="FAKHER Bouchra" userId="53efe934-bf4d-4471-a992-12d4e4ab3dad" providerId="ADAL" clId="{E42F5C69-2624-46BE-9C56-04E623441414}" dt="2022-05-18T18:50:04.753" v="0" actId="47"/>
        <pc:sldMkLst>
          <pc:docMk/>
          <pc:sldMk cId="653034088" sldId="285"/>
        </pc:sldMkLst>
      </pc:sldChg>
      <pc:sldChg chg="addSp modSp add del modNotes">
        <pc:chgData name="FAKHER Bouchra" userId="53efe934-bf4d-4471-a992-12d4e4ab3dad" providerId="ADAL" clId="{E42F5C69-2624-46BE-9C56-04E623441414}" dt="2022-05-18T18:56:51.065" v="24" actId="47"/>
        <pc:sldMkLst>
          <pc:docMk/>
          <pc:sldMk cId="2055788388" sldId="285"/>
        </pc:sldMkLst>
        <pc:spChg chg="add mod">
          <ac:chgData name="FAKHER Bouchra" userId="53efe934-bf4d-4471-a992-12d4e4ab3dad" providerId="ADAL" clId="{E42F5C69-2624-46BE-9C56-04E623441414}" dt="2022-05-18T18:55:11.800" v="9" actId="571"/>
          <ac:spMkLst>
            <pc:docMk/>
            <pc:sldMk cId="2055788388" sldId="285"/>
            <ac:spMk id="26" creationId="{42AE2633-8BFA-94DE-4BBE-803680F6869E}"/>
          </ac:spMkLst>
        </pc:spChg>
      </pc:sldChg>
      <pc:sldChg chg="del">
        <pc:chgData name="FAKHER Bouchra" userId="53efe934-bf4d-4471-a992-12d4e4ab3dad" providerId="ADAL" clId="{E42F5C69-2624-46BE-9C56-04E623441414}" dt="2022-05-18T19:25:37.463" v="702" actId="47"/>
        <pc:sldMkLst>
          <pc:docMk/>
          <pc:sldMk cId="3050722655" sldId="286"/>
        </pc:sldMkLst>
      </pc:sldChg>
      <pc:sldChg chg="del">
        <pc:chgData name="FAKHER Bouchra" userId="53efe934-bf4d-4471-a992-12d4e4ab3dad" providerId="ADAL" clId="{E42F5C69-2624-46BE-9C56-04E623441414}" dt="2022-05-18T18:50:04.753" v="0" actId="47"/>
        <pc:sldMkLst>
          <pc:docMk/>
          <pc:sldMk cId="4107547698" sldId="287"/>
        </pc:sldMkLst>
      </pc:sldChg>
      <pc:sldChg chg="addSp delSp modSp add del mod ord addAnim delAnim modAnim">
        <pc:chgData name="FAKHER Bouchra" userId="53efe934-bf4d-4471-a992-12d4e4ab3dad" providerId="ADAL" clId="{E42F5C69-2624-46BE-9C56-04E623441414}" dt="2022-05-21T16:06:07.327" v="4805" actId="47"/>
        <pc:sldMkLst>
          <pc:docMk/>
          <pc:sldMk cId="283452021" sldId="288"/>
        </pc:sldMkLst>
        <pc:spChg chg="mod">
          <ac:chgData name="FAKHER Bouchra" userId="53efe934-bf4d-4471-a992-12d4e4ab3dad" providerId="ADAL" clId="{E42F5C69-2624-46BE-9C56-04E623441414}" dt="2022-05-20T07:06:00.780" v="1048" actId="20577"/>
          <ac:spMkLst>
            <pc:docMk/>
            <pc:sldMk cId="283452021" sldId="288"/>
            <ac:spMk id="7" creationId="{0D6C9801-399A-4C3D-B24E-1F27EA5F9385}"/>
          </ac:spMkLst>
        </pc:spChg>
        <pc:spChg chg="del">
          <ac:chgData name="FAKHER Bouchra" userId="53efe934-bf4d-4471-a992-12d4e4ab3dad" providerId="ADAL" clId="{E42F5C69-2624-46BE-9C56-04E623441414}" dt="2022-05-18T19:25:53.337" v="704" actId="478"/>
          <ac:spMkLst>
            <pc:docMk/>
            <pc:sldMk cId="283452021" sldId="288"/>
            <ac:spMk id="8" creationId="{869DFA38-36B5-4D2D-A74D-874AB8E99644}"/>
          </ac:spMkLst>
        </pc:spChg>
        <pc:spChg chg="mod topLvl">
          <ac:chgData name="FAKHER Bouchra" userId="53efe934-bf4d-4471-a992-12d4e4ab3dad" providerId="ADAL" clId="{E42F5C69-2624-46BE-9C56-04E623441414}" dt="2022-05-21T13:56:06.839" v="2789" actId="20577"/>
          <ac:spMkLst>
            <pc:docMk/>
            <pc:sldMk cId="283452021" sldId="288"/>
            <ac:spMk id="10" creationId="{48B05349-6224-4413-BACD-5BAC2513BB47}"/>
          </ac:spMkLst>
        </pc:spChg>
        <pc:spChg chg="mod topLvl">
          <ac:chgData name="FAKHER Bouchra" userId="53efe934-bf4d-4471-a992-12d4e4ab3dad" providerId="ADAL" clId="{E42F5C69-2624-46BE-9C56-04E623441414}" dt="2022-05-21T14:35:19.544" v="3753" actId="6549"/>
          <ac:spMkLst>
            <pc:docMk/>
            <pc:sldMk cId="283452021" sldId="288"/>
            <ac:spMk id="13" creationId="{6E7FF160-EA97-DE90-BCC4-B04DE25C0824}"/>
          </ac:spMkLst>
        </pc:spChg>
        <pc:spChg chg="mod topLvl">
          <ac:chgData name="FAKHER Bouchra" userId="53efe934-bf4d-4471-a992-12d4e4ab3dad" providerId="ADAL" clId="{E42F5C69-2624-46BE-9C56-04E623441414}" dt="2022-05-21T14:35:37.091" v="3766" actId="1035"/>
          <ac:spMkLst>
            <pc:docMk/>
            <pc:sldMk cId="283452021" sldId="288"/>
            <ac:spMk id="14" creationId="{79A1050A-5B4C-6D8F-9334-B20172132815}"/>
          </ac:spMkLst>
        </pc:spChg>
        <pc:spChg chg="mod topLvl">
          <ac:chgData name="FAKHER Bouchra" userId="53efe934-bf4d-4471-a992-12d4e4ab3dad" providerId="ADAL" clId="{E42F5C69-2624-46BE-9C56-04E623441414}" dt="2022-05-21T14:27:32.267" v="3437" actId="164"/>
          <ac:spMkLst>
            <pc:docMk/>
            <pc:sldMk cId="283452021" sldId="288"/>
            <ac:spMk id="16" creationId="{3BFB0B94-DB1C-A1EA-7766-663756C0CF65}"/>
          </ac:spMkLst>
        </pc:spChg>
        <pc:spChg chg="del topLvl">
          <ac:chgData name="FAKHER Bouchra" userId="53efe934-bf4d-4471-a992-12d4e4ab3dad" providerId="ADAL" clId="{E42F5C69-2624-46BE-9C56-04E623441414}" dt="2022-05-18T19:29:06.144" v="719" actId="478"/>
          <ac:spMkLst>
            <pc:docMk/>
            <pc:sldMk cId="283452021" sldId="288"/>
            <ac:spMk id="17" creationId="{196ADF2E-E0AC-49D0-B4B4-9AAA1BDED352}"/>
          </ac:spMkLst>
        </pc:spChg>
        <pc:spChg chg="mod topLvl">
          <ac:chgData name="FAKHER Bouchra" userId="53efe934-bf4d-4471-a992-12d4e4ab3dad" providerId="ADAL" clId="{E42F5C69-2624-46BE-9C56-04E623441414}" dt="2022-05-21T14:27:32.267" v="3437" actId="164"/>
          <ac:spMkLst>
            <pc:docMk/>
            <pc:sldMk cId="283452021" sldId="288"/>
            <ac:spMk id="17" creationId="{C61B198E-2938-D70C-C4ED-8631AE006823}"/>
          </ac:spMkLst>
        </pc:spChg>
        <pc:spChg chg="add mod topLvl">
          <ac:chgData name="FAKHER Bouchra" userId="53efe934-bf4d-4471-a992-12d4e4ab3dad" providerId="ADAL" clId="{E42F5C69-2624-46BE-9C56-04E623441414}" dt="2022-05-21T14:34:21.245" v="3700" actId="20577"/>
          <ac:spMkLst>
            <pc:docMk/>
            <pc:sldMk cId="283452021" sldId="288"/>
            <ac:spMk id="21" creationId="{315BC664-5986-48CC-BDEE-843866F2DFB0}"/>
          </ac:spMkLst>
        </pc:spChg>
        <pc:spChg chg="add mod topLvl">
          <ac:chgData name="FAKHER Bouchra" userId="53efe934-bf4d-4471-a992-12d4e4ab3dad" providerId="ADAL" clId="{E42F5C69-2624-46BE-9C56-04E623441414}" dt="2022-05-21T14:28:08.522" v="3481" actId="20577"/>
          <ac:spMkLst>
            <pc:docMk/>
            <pc:sldMk cId="283452021" sldId="288"/>
            <ac:spMk id="22" creationId="{3F6DE8D9-C2F3-58B3-5CE3-4440EA06BB7A}"/>
          </ac:spMkLst>
        </pc:spChg>
        <pc:spChg chg="add mod topLvl">
          <ac:chgData name="FAKHER Bouchra" userId="53efe934-bf4d-4471-a992-12d4e4ab3dad" providerId="ADAL" clId="{E42F5C69-2624-46BE-9C56-04E623441414}" dt="2022-05-21T14:27:34.870" v="3438" actId="164"/>
          <ac:spMkLst>
            <pc:docMk/>
            <pc:sldMk cId="283452021" sldId="288"/>
            <ac:spMk id="23" creationId="{B79E6772-9042-CDEC-A9D2-60C12DB8F6E6}"/>
          </ac:spMkLst>
        </pc:spChg>
        <pc:spChg chg="add mod topLvl">
          <ac:chgData name="FAKHER Bouchra" userId="53efe934-bf4d-4471-a992-12d4e4ab3dad" providerId="ADAL" clId="{E42F5C69-2624-46BE-9C56-04E623441414}" dt="2022-05-21T14:27:29.504" v="3436" actId="164"/>
          <ac:spMkLst>
            <pc:docMk/>
            <pc:sldMk cId="283452021" sldId="288"/>
            <ac:spMk id="24" creationId="{72F2E31E-92CC-AFBC-C3E9-40529BFC44B6}"/>
          </ac:spMkLst>
        </pc:spChg>
        <pc:spChg chg="add mod">
          <ac:chgData name="FAKHER Bouchra" userId="53efe934-bf4d-4471-a992-12d4e4ab3dad" providerId="ADAL" clId="{E42F5C69-2624-46BE-9C56-04E623441414}" dt="2022-05-20T07:18:38.407" v="1118" actId="164"/>
          <ac:spMkLst>
            <pc:docMk/>
            <pc:sldMk cId="283452021" sldId="288"/>
            <ac:spMk id="25" creationId="{9E5118E2-8D1B-BDFF-7D6B-C3A4D12C4031}"/>
          </ac:spMkLst>
        </pc:spChg>
        <pc:spChg chg="add del mod">
          <ac:chgData name="FAKHER Bouchra" userId="53efe934-bf4d-4471-a992-12d4e4ab3dad" providerId="ADAL" clId="{E42F5C69-2624-46BE-9C56-04E623441414}" dt="2022-05-20T07:59:46.483" v="1445"/>
          <ac:spMkLst>
            <pc:docMk/>
            <pc:sldMk cId="283452021" sldId="288"/>
            <ac:spMk id="26" creationId="{AE9AF10C-A161-E8D9-5585-DC670D5989AB}"/>
          </ac:spMkLst>
        </pc:spChg>
        <pc:spChg chg="add mod">
          <ac:chgData name="FAKHER Bouchra" userId="53efe934-bf4d-4471-a992-12d4e4ab3dad" providerId="ADAL" clId="{E42F5C69-2624-46BE-9C56-04E623441414}" dt="2022-05-21T14:27:11.736" v="3433" actId="571"/>
          <ac:spMkLst>
            <pc:docMk/>
            <pc:sldMk cId="283452021" sldId="288"/>
            <ac:spMk id="26" creationId="{CC3F3624-A6EB-AF18-072D-FBBEA25E7662}"/>
          </ac:spMkLst>
        </pc:spChg>
        <pc:spChg chg="add mod">
          <ac:chgData name="FAKHER Bouchra" userId="53efe934-bf4d-4471-a992-12d4e4ab3dad" providerId="ADAL" clId="{E42F5C69-2624-46BE-9C56-04E623441414}" dt="2022-05-21T14:27:11.736" v="3433" actId="571"/>
          <ac:spMkLst>
            <pc:docMk/>
            <pc:sldMk cId="283452021" sldId="288"/>
            <ac:spMk id="27" creationId="{3896F8BA-9BC8-2A2F-B642-1B6A95DA1A2B}"/>
          </ac:spMkLst>
        </pc:spChg>
        <pc:spChg chg="add del mod">
          <ac:chgData name="FAKHER Bouchra" userId="53efe934-bf4d-4471-a992-12d4e4ab3dad" providerId="ADAL" clId="{E42F5C69-2624-46BE-9C56-04E623441414}" dt="2022-05-20T07:59:46.483" v="1445"/>
          <ac:spMkLst>
            <pc:docMk/>
            <pc:sldMk cId="283452021" sldId="288"/>
            <ac:spMk id="27" creationId="{92DA4853-030F-2834-0413-0815F85B3852}"/>
          </ac:spMkLst>
        </pc:spChg>
        <pc:spChg chg="add mod">
          <ac:chgData name="FAKHER Bouchra" userId="53efe934-bf4d-4471-a992-12d4e4ab3dad" providerId="ADAL" clId="{E42F5C69-2624-46BE-9C56-04E623441414}" dt="2022-05-21T14:27:11.736" v="3433" actId="571"/>
          <ac:spMkLst>
            <pc:docMk/>
            <pc:sldMk cId="283452021" sldId="288"/>
            <ac:spMk id="28" creationId="{97D65CD0-D1D5-59D5-397E-D9EC4226949B}"/>
          </ac:spMkLst>
        </pc:spChg>
        <pc:spChg chg="mod">
          <ac:chgData name="FAKHER Bouchra" userId="53efe934-bf4d-4471-a992-12d4e4ab3dad" providerId="ADAL" clId="{E42F5C69-2624-46BE-9C56-04E623441414}" dt="2022-05-20T07:59:35.868" v="1434" actId="571"/>
          <ac:spMkLst>
            <pc:docMk/>
            <pc:sldMk cId="283452021" sldId="288"/>
            <ac:spMk id="29" creationId="{3D6BB7E8-04A9-AEF4-9F4F-B5E5FA4D8307}"/>
          </ac:spMkLst>
        </pc:spChg>
        <pc:spChg chg="mod">
          <ac:chgData name="FAKHER Bouchra" userId="53efe934-bf4d-4471-a992-12d4e4ab3dad" providerId="ADAL" clId="{E42F5C69-2624-46BE-9C56-04E623441414}" dt="2022-05-20T07:59:35.868" v="1434" actId="571"/>
          <ac:spMkLst>
            <pc:docMk/>
            <pc:sldMk cId="283452021" sldId="288"/>
            <ac:spMk id="30" creationId="{AB36B89E-06E6-3269-8E4D-7BE810338B91}"/>
          </ac:spMkLst>
        </pc:spChg>
        <pc:grpChg chg="add del mod">
          <ac:chgData name="FAKHER Bouchra" userId="53efe934-bf4d-4471-a992-12d4e4ab3dad" providerId="ADAL" clId="{E42F5C69-2624-46BE-9C56-04E623441414}" dt="2022-05-21T14:25:16.236" v="3423" actId="478"/>
          <ac:grpSpMkLst>
            <pc:docMk/>
            <pc:sldMk cId="283452021" sldId="288"/>
            <ac:grpSpMk id="2" creationId="{A25955FE-EB5E-1D77-8BEB-71B86A50C6C2}"/>
          </ac:grpSpMkLst>
        </pc:grpChg>
        <pc:grpChg chg="add del mod">
          <ac:chgData name="FAKHER Bouchra" userId="53efe934-bf4d-4471-a992-12d4e4ab3dad" providerId="ADAL" clId="{E42F5C69-2624-46BE-9C56-04E623441414}" dt="2022-05-21T14:26:36.978" v="3430" actId="165"/>
          <ac:grpSpMkLst>
            <pc:docMk/>
            <pc:sldMk cId="283452021" sldId="288"/>
            <ac:grpSpMk id="4" creationId="{0516CB1B-549E-22DC-5696-5E5DED1D7072}"/>
          </ac:grpSpMkLst>
        </pc:grpChg>
        <pc:grpChg chg="add del mod">
          <ac:chgData name="FAKHER Bouchra" userId="53efe934-bf4d-4471-a992-12d4e4ab3dad" providerId="ADAL" clId="{E42F5C69-2624-46BE-9C56-04E623441414}" dt="2022-05-21T14:26:36.978" v="3430" actId="165"/>
          <ac:grpSpMkLst>
            <pc:docMk/>
            <pc:sldMk cId="283452021" sldId="288"/>
            <ac:grpSpMk id="8" creationId="{2EA99F1D-6462-E256-FD4E-0878BFC2A3B0}"/>
          </ac:grpSpMkLst>
        </pc:grpChg>
        <pc:grpChg chg="add mod">
          <ac:chgData name="FAKHER Bouchra" userId="53efe934-bf4d-4471-a992-12d4e4ab3dad" providerId="ADAL" clId="{E42F5C69-2624-46BE-9C56-04E623441414}" dt="2022-05-21T14:34:38.388" v="3710" actId="1076"/>
          <ac:grpSpMkLst>
            <pc:docMk/>
            <pc:sldMk cId="283452021" sldId="288"/>
            <ac:grpSpMk id="9" creationId="{96D2C3D7-F095-F063-F5D8-D96D7C5446BC}"/>
          </ac:grpSpMkLst>
        </pc:grpChg>
        <pc:grpChg chg="add mod">
          <ac:chgData name="FAKHER Bouchra" userId="53efe934-bf4d-4471-a992-12d4e4ab3dad" providerId="ADAL" clId="{E42F5C69-2624-46BE-9C56-04E623441414}" dt="2022-05-21T14:30:35.394" v="3631" actId="1036"/>
          <ac:grpSpMkLst>
            <pc:docMk/>
            <pc:sldMk cId="283452021" sldId="288"/>
            <ac:grpSpMk id="11" creationId="{4EB9A833-FEE8-C044-A84E-A6EF959DA1EB}"/>
          </ac:grpSpMkLst>
        </pc:grpChg>
        <pc:grpChg chg="add del mod">
          <ac:chgData name="FAKHER Bouchra" userId="53efe934-bf4d-4471-a992-12d4e4ab3dad" providerId="ADAL" clId="{E42F5C69-2624-46BE-9C56-04E623441414}" dt="2022-05-21T14:26:36.978" v="3430" actId="165"/>
          <ac:grpSpMkLst>
            <pc:docMk/>
            <pc:sldMk cId="283452021" sldId="288"/>
            <ac:grpSpMk id="12" creationId="{E396C982-9645-AFC9-2CDB-2BF50378195B}"/>
          </ac:grpSpMkLst>
        </pc:grpChg>
        <pc:grpChg chg="add del mod">
          <ac:chgData name="FAKHER Bouchra" userId="53efe934-bf4d-4471-a992-12d4e4ab3dad" providerId="ADAL" clId="{E42F5C69-2624-46BE-9C56-04E623441414}" dt="2022-05-21T14:26:36.978" v="3430" actId="165"/>
          <ac:grpSpMkLst>
            <pc:docMk/>
            <pc:sldMk cId="283452021" sldId="288"/>
            <ac:grpSpMk id="15" creationId="{1D7CB683-4C0F-E6F4-FF82-0529C3A9FDDF}"/>
          </ac:grpSpMkLst>
        </pc:grpChg>
        <pc:grpChg chg="add mod">
          <ac:chgData name="FAKHER Bouchra" userId="53efe934-bf4d-4471-a992-12d4e4ab3dad" providerId="ADAL" clId="{E42F5C69-2624-46BE-9C56-04E623441414}" dt="2022-05-21T14:31:01.394" v="3679" actId="1035"/>
          <ac:grpSpMkLst>
            <pc:docMk/>
            <pc:sldMk cId="283452021" sldId="288"/>
            <ac:grpSpMk id="18" creationId="{7BFF462E-C4A9-900A-E246-459EDC7F6674}"/>
          </ac:grpSpMkLst>
        </pc:grpChg>
        <pc:grpChg chg="del">
          <ac:chgData name="FAKHER Bouchra" userId="53efe934-bf4d-4471-a992-12d4e4ab3dad" providerId="ADAL" clId="{E42F5C69-2624-46BE-9C56-04E623441414}" dt="2022-05-18T19:28:29.037" v="710" actId="478"/>
          <ac:grpSpMkLst>
            <pc:docMk/>
            <pc:sldMk cId="283452021" sldId="288"/>
            <ac:grpSpMk id="18" creationId="{B6F46E25-37CB-448B-A4E3-34149C982FA7}"/>
          </ac:grpSpMkLst>
        </pc:grpChg>
        <pc:grpChg chg="add mod">
          <ac:chgData name="FAKHER Bouchra" userId="53efe934-bf4d-4471-a992-12d4e4ab3dad" providerId="ADAL" clId="{E42F5C69-2624-46BE-9C56-04E623441414}" dt="2022-05-21T14:30:35.394" v="3631" actId="1036"/>
          <ac:grpSpMkLst>
            <pc:docMk/>
            <pc:sldMk cId="283452021" sldId="288"/>
            <ac:grpSpMk id="19" creationId="{04ABE150-8A43-11B7-C514-5ADD9EC20380}"/>
          </ac:grpSpMkLst>
        </pc:grpChg>
        <pc:grpChg chg="del">
          <ac:chgData name="FAKHER Bouchra" userId="53efe934-bf4d-4471-a992-12d4e4ab3dad" providerId="ADAL" clId="{E42F5C69-2624-46BE-9C56-04E623441414}" dt="2022-05-18T19:28:29.037" v="710" actId="478"/>
          <ac:grpSpMkLst>
            <pc:docMk/>
            <pc:sldMk cId="283452021" sldId="288"/>
            <ac:grpSpMk id="19" creationId="{3168A4EC-FA00-4073-A747-8386A45F6E6A}"/>
          </ac:grpSpMkLst>
        </pc:grpChg>
        <pc:grpChg chg="add del mod">
          <ac:chgData name="FAKHER Bouchra" userId="53efe934-bf4d-4471-a992-12d4e4ab3dad" providerId="ADAL" clId="{E42F5C69-2624-46BE-9C56-04E623441414}" dt="2022-05-18T19:29:06.144" v="719" actId="478"/>
          <ac:grpSpMkLst>
            <pc:docMk/>
            <pc:sldMk cId="283452021" sldId="288"/>
            <ac:grpSpMk id="20" creationId="{6E1523B3-59C0-46D9-8411-E02A62975E78}"/>
          </ac:grpSpMkLst>
        </pc:grpChg>
        <pc:grpChg chg="add mod">
          <ac:chgData name="FAKHER Bouchra" userId="53efe934-bf4d-4471-a992-12d4e4ab3dad" providerId="ADAL" clId="{E42F5C69-2624-46BE-9C56-04E623441414}" dt="2022-05-20T07:59:35.868" v="1434" actId="571"/>
          <ac:grpSpMkLst>
            <pc:docMk/>
            <pc:sldMk cId="283452021" sldId="288"/>
            <ac:grpSpMk id="28" creationId="{7C53AEF5-8618-2C51-EBE5-BBE0E158D772}"/>
          </ac:grpSpMkLst>
        </pc:grpChg>
        <pc:graphicFrameChg chg="del">
          <ac:chgData name="FAKHER Bouchra" userId="53efe934-bf4d-4471-a992-12d4e4ab3dad" providerId="ADAL" clId="{E42F5C69-2624-46BE-9C56-04E623441414}" dt="2022-05-18T19:25:55.924" v="705" actId="478"/>
          <ac:graphicFrameMkLst>
            <pc:docMk/>
            <pc:sldMk cId="283452021" sldId="288"/>
            <ac:graphicFrameMk id="2" creationId="{603CD1EF-E5C0-4659-BB64-57CE4D3CF583}"/>
          </ac:graphicFrameMkLst>
        </pc:graphicFrameChg>
      </pc:sldChg>
      <pc:sldChg chg="del">
        <pc:chgData name="FAKHER Bouchra" userId="53efe934-bf4d-4471-a992-12d4e4ab3dad" providerId="ADAL" clId="{E42F5C69-2624-46BE-9C56-04E623441414}" dt="2022-05-18T19:25:59.483" v="706" actId="47"/>
        <pc:sldMkLst>
          <pc:docMk/>
          <pc:sldMk cId="2615638645" sldId="289"/>
        </pc:sldMkLst>
      </pc:sldChg>
      <pc:sldChg chg="delSp del mod delAnim">
        <pc:chgData name="FAKHER Bouchra" userId="53efe934-bf4d-4471-a992-12d4e4ab3dad" providerId="ADAL" clId="{E42F5C69-2624-46BE-9C56-04E623441414}" dt="2022-05-18T19:26:10.566" v="709" actId="47"/>
        <pc:sldMkLst>
          <pc:docMk/>
          <pc:sldMk cId="4106169981" sldId="291"/>
        </pc:sldMkLst>
        <pc:spChg chg="del">
          <ac:chgData name="FAKHER Bouchra" userId="53efe934-bf4d-4471-a992-12d4e4ab3dad" providerId="ADAL" clId="{E42F5C69-2624-46BE-9C56-04E623441414}" dt="2022-05-18T19:26:05.591" v="707" actId="21"/>
          <ac:spMkLst>
            <pc:docMk/>
            <pc:sldMk cId="4106169981" sldId="291"/>
            <ac:spMk id="3" creationId="{3998F05A-DACF-4B5D-9549-B8E512C3DF31}"/>
          </ac:spMkLst>
        </pc:spChg>
        <pc:spChg chg="del">
          <ac:chgData name="FAKHER Bouchra" userId="53efe934-bf4d-4471-a992-12d4e4ab3dad" providerId="ADAL" clId="{E42F5C69-2624-46BE-9C56-04E623441414}" dt="2022-05-18T19:26:05.591" v="707" actId="21"/>
          <ac:spMkLst>
            <pc:docMk/>
            <pc:sldMk cId="4106169981" sldId="291"/>
            <ac:spMk id="10" creationId="{5EAC2330-498A-418F-BD6D-93CD6A9FA579}"/>
          </ac:spMkLst>
        </pc:spChg>
        <pc:spChg chg="del">
          <ac:chgData name="FAKHER Bouchra" userId="53efe934-bf4d-4471-a992-12d4e4ab3dad" providerId="ADAL" clId="{E42F5C69-2624-46BE-9C56-04E623441414}" dt="2022-05-18T19:26:05.591" v="707" actId="21"/>
          <ac:spMkLst>
            <pc:docMk/>
            <pc:sldMk cId="4106169981" sldId="291"/>
            <ac:spMk id="11" creationId="{F1A7F8F7-0895-43BC-837A-D022E838CB64}"/>
          </ac:spMkLst>
        </pc:spChg>
        <pc:spChg chg="del">
          <ac:chgData name="FAKHER Bouchra" userId="53efe934-bf4d-4471-a992-12d4e4ab3dad" providerId="ADAL" clId="{E42F5C69-2624-46BE-9C56-04E623441414}" dt="2022-05-18T19:26:05.591" v="707" actId="21"/>
          <ac:spMkLst>
            <pc:docMk/>
            <pc:sldMk cId="4106169981" sldId="291"/>
            <ac:spMk id="12" creationId="{33E9BD5A-928D-4C14-9DB0-FDEB0E34684D}"/>
          </ac:spMkLst>
        </pc:spChg>
      </pc:sldChg>
      <pc:sldChg chg="addSp delSp modSp mod delAnim modAnim modNotesTx">
        <pc:chgData name="FAKHER Bouchra" userId="53efe934-bf4d-4471-a992-12d4e4ab3dad" providerId="ADAL" clId="{E42F5C69-2624-46BE-9C56-04E623441414}" dt="2022-05-21T21:19:23.597" v="7567" actId="20577"/>
        <pc:sldMkLst>
          <pc:docMk/>
          <pc:sldMk cId="3483703875" sldId="292"/>
        </pc:sldMkLst>
        <pc:spChg chg="mod">
          <ac:chgData name="FAKHER Bouchra" userId="53efe934-bf4d-4471-a992-12d4e4ab3dad" providerId="ADAL" clId="{E42F5C69-2624-46BE-9C56-04E623441414}" dt="2022-05-18T19:38:15.520" v="746" actId="14100"/>
          <ac:spMkLst>
            <pc:docMk/>
            <pc:sldMk cId="3483703875" sldId="292"/>
            <ac:spMk id="5" creationId="{2DB5182C-6474-49B0-8696-CFF2DD4AD282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11" creationId="{45DE2DFC-9C4F-9A87-B3C3-EDD3413D0DB0}"/>
          </ac:spMkLst>
        </pc:spChg>
        <pc:spChg chg="mod">
          <ac:chgData name="FAKHER Bouchra" userId="53efe934-bf4d-4471-a992-12d4e4ab3dad" providerId="ADAL" clId="{E42F5C69-2624-46BE-9C56-04E623441414}" dt="2022-05-21T20:43:27.070" v="7424"/>
          <ac:spMkLst>
            <pc:docMk/>
            <pc:sldMk cId="3483703875" sldId="292"/>
            <ac:spMk id="12" creationId="{E5855595-5C80-AD30-0A28-A545C11E3E8F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14" creationId="{49CE7A2F-79A2-6F81-2161-CD5FD1F698F8}"/>
          </ac:spMkLst>
        </pc:spChg>
        <pc:spChg chg="mod">
          <ac:chgData name="FAKHER Bouchra" userId="53efe934-bf4d-4471-a992-12d4e4ab3dad" providerId="ADAL" clId="{E42F5C69-2624-46BE-9C56-04E623441414}" dt="2022-05-21T21:19:23.597" v="7567" actId="20577"/>
          <ac:spMkLst>
            <pc:docMk/>
            <pc:sldMk cId="3483703875" sldId="292"/>
            <ac:spMk id="15" creationId="{0EE5F90C-1284-8F45-8FB8-C08017A66D7E}"/>
          </ac:spMkLst>
        </pc:spChg>
        <pc:spChg chg="mod">
          <ac:chgData name="FAKHER Bouchra" userId="53efe934-bf4d-4471-a992-12d4e4ab3dad" providerId="ADAL" clId="{E42F5C69-2624-46BE-9C56-04E623441414}" dt="2022-05-21T20:43:33.391" v="7425"/>
          <ac:spMkLst>
            <pc:docMk/>
            <pc:sldMk cId="3483703875" sldId="292"/>
            <ac:spMk id="18" creationId="{5D57C33E-8226-7257-A090-809775BB3A6E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19" creationId="{5A23DE20-5C39-4B61-6F4E-ED5A90997674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20" creationId="{3E916D0C-3AAA-E2C4-B25E-7DF001E54043}"/>
          </ac:spMkLst>
        </pc:spChg>
        <pc:spChg chg="add del mod">
          <ac:chgData name="FAKHER Bouchra" userId="53efe934-bf4d-4471-a992-12d4e4ab3dad" providerId="ADAL" clId="{E42F5C69-2624-46BE-9C56-04E623441414}" dt="2022-05-21T19:29:06.036" v="5995" actId="478"/>
          <ac:spMkLst>
            <pc:docMk/>
            <pc:sldMk cId="3483703875" sldId="292"/>
            <ac:spMk id="23" creationId="{DEC141EF-F85D-2424-C252-FCA6096ADD19}"/>
          </ac:spMkLst>
        </pc:spChg>
        <pc:spChg chg="mod">
          <ac:chgData name="FAKHER Bouchra" userId="53efe934-bf4d-4471-a992-12d4e4ab3dad" providerId="ADAL" clId="{E42F5C69-2624-46BE-9C56-04E623441414}" dt="2022-05-21T20:16:40.098" v="6670" actId="20577"/>
          <ac:spMkLst>
            <pc:docMk/>
            <pc:sldMk cId="3483703875" sldId="292"/>
            <ac:spMk id="24" creationId="{B153D00C-B55E-1945-2DA2-C5C3715FDA52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25" creationId="{08064019-D987-9ADC-B9F9-FF4A6F15B616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26" creationId="{0A91EF94-6D14-0CBF-E652-E150B407EA0C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28" creationId="{1F6C3CF2-2699-EECF-BF15-B70F89482DA8}"/>
          </ac:spMkLst>
        </pc:spChg>
        <pc:spChg chg="mod">
          <ac:chgData name="FAKHER Bouchra" userId="53efe934-bf4d-4471-a992-12d4e4ab3dad" providerId="ADAL" clId="{E42F5C69-2624-46BE-9C56-04E623441414}" dt="2022-05-21T21:17:46.406" v="7563" actId="20577"/>
          <ac:spMkLst>
            <pc:docMk/>
            <pc:sldMk cId="3483703875" sldId="292"/>
            <ac:spMk id="29" creationId="{331DE4EF-E874-D686-C27C-FEED8750E2CA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29" creationId="{BB9253D5-BCCD-7B01-1849-B3C1A6458560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30" creationId="{A82259E1-7557-8CCD-9E98-2B0A9432CB86}"/>
          </ac:spMkLst>
        </pc:spChg>
        <pc:spChg chg="mod">
          <ac:chgData name="FAKHER Bouchra" userId="53efe934-bf4d-4471-a992-12d4e4ab3dad" providerId="ADAL" clId="{E42F5C69-2624-46BE-9C56-04E623441414}" dt="2022-05-21T19:36:52.448" v="5996"/>
          <ac:spMkLst>
            <pc:docMk/>
            <pc:sldMk cId="3483703875" sldId="292"/>
            <ac:spMk id="31" creationId="{47C8B200-A537-21C0-E158-0BD2CD0177BB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31" creationId="{6F8BA722-169A-BC58-04A7-38067E3870AF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32" creationId="{36F654C2-3564-354F-7325-FB69198150C2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35" creationId="{CAFFFBF1-CA5D-E974-7B4C-DBFCF21909C8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36" creationId="{412E036D-0FFB-895F-B92F-0CD0D1E3BB89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37" creationId="{F8E07EDF-E4A9-3904-6E91-14C996FAC0E4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40" creationId="{3BAAA94C-7ED9-AA48-D8BE-F165D02E413C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41" creationId="{D0D9724B-5070-CA17-31CD-2BE2BBCD7ABF}"/>
          </ac:spMkLst>
        </pc:spChg>
        <pc:spChg chg="mod">
          <ac:chgData name="FAKHER Bouchra" userId="53efe934-bf4d-4471-a992-12d4e4ab3dad" providerId="ADAL" clId="{E42F5C69-2624-46BE-9C56-04E623441414}" dt="2022-05-18T19:37:19.699" v="734"/>
          <ac:spMkLst>
            <pc:docMk/>
            <pc:sldMk cId="3483703875" sldId="292"/>
            <ac:spMk id="42" creationId="{21D87521-F113-6993-2287-598767D6410C}"/>
          </ac:spMkLst>
        </pc:spChg>
        <pc:spChg chg="mod">
          <ac:chgData name="FAKHER Bouchra" userId="53efe934-bf4d-4471-a992-12d4e4ab3dad" providerId="ADAL" clId="{E42F5C69-2624-46BE-9C56-04E623441414}" dt="2022-05-18T19:37:24.083" v="737" actId="571"/>
          <ac:spMkLst>
            <pc:docMk/>
            <pc:sldMk cId="3483703875" sldId="292"/>
            <ac:spMk id="45" creationId="{B7A4920A-9102-AEFA-EC62-C2FF98B9B8A4}"/>
          </ac:spMkLst>
        </pc:spChg>
        <pc:spChg chg="mod">
          <ac:chgData name="FAKHER Bouchra" userId="53efe934-bf4d-4471-a992-12d4e4ab3dad" providerId="ADAL" clId="{E42F5C69-2624-46BE-9C56-04E623441414}" dt="2022-05-18T19:37:24.083" v="737" actId="571"/>
          <ac:spMkLst>
            <pc:docMk/>
            <pc:sldMk cId="3483703875" sldId="292"/>
            <ac:spMk id="46" creationId="{C2C194A1-95C5-5F63-D6FF-BAD280336F26}"/>
          </ac:spMkLst>
        </pc:spChg>
        <pc:spChg chg="mod">
          <ac:chgData name="FAKHER Bouchra" userId="53efe934-bf4d-4471-a992-12d4e4ab3dad" providerId="ADAL" clId="{E42F5C69-2624-46BE-9C56-04E623441414}" dt="2022-05-18T19:37:24.083" v="737" actId="571"/>
          <ac:spMkLst>
            <pc:docMk/>
            <pc:sldMk cId="3483703875" sldId="292"/>
            <ac:spMk id="47" creationId="{8E644850-2824-2DE5-59D9-6ADDA249167F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49" creationId="{91428599-CBA7-DF4A-50CE-7BDA762A5328}"/>
          </ac:spMkLst>
        </pc:spChg>
        <pc:spChg chg="mod">
          <ac:chgData name="FAKHER Bouchra" userId="53efe934-bf4d-4471-a992-12d4e4ab3dad" providerId="ADAL" clId="{E42F5C69-2624-46BE-9C56-04E623441414}" dt="2022-05-18T19:37:53.162" v="742"/>
          <ac:spMkLst>
            <pc:docMk/>
            <pc:sldMk cId="3483703875" sldId="292"/>
            <ac:spMk id="50" creationId="{EC78557F-E8B3-C3B1-6C37-6D3A49B29F44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52" creationId="{1CE63FB6-DAC7-9524-C61B-9A902D266017}"/>
          </ac:spMkLst>
        </pc:spChg>
        <pc:spChg chg="mod">
          <ac:chgData name="FAKHER Bouchra" userId="53efe934-bf4d-4471-a992-12d4e4ab3dad" providerId="ADAL" clId="{E42F5C69-2624-46BE-9C56-04E623441414}" dt="2022-05-20T08:00:11.171" v="1450" actId="20577"/>
          <ac:spMkLst>
            <pc:docMk/>
            <pc:sldMk cId="3483703875" sldId="292"/>
            <ac:spMk id="53" creationId="{37254048-9CDE-92FC-1158-BF2A41A25BE7}"/>
          </ac:spMkLst>
        </pc:spChg>
        <pc:spChg chg="mod">
          <ac:chgData name="FAKHER Bouchra" userId="53efe934-bf4d-4471-a992-12d4e4ab3dad" providerId="ADAL" clId="{E42F5C69-2624-46BE-9C56-04E623441414}" dt="2022-05-18T19:38:49.405" v="752" actId="14100"/>
          <ac:spMkLst>
            <pc:docMk/>
            <pc:sldMk cId="3483703875" sldId="292"/>
            <ac:spMk id="65" creationId="{F1623E46-119C-06B9-3039-B471F9143B63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66" creationId="{5BB9B58B-07A2-9661-90AD-89B10A1EE278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73" creationId="{A42E386B-B25F-C9E7-0A58-EAF299C9CB50}"/>
          </ac:spMkLst>
        </pc:spChg>
        <pc:spChg chg="mod">
          <ac:chgData name="FAKHER Bouchra" userId="53efe934-bf4d-4471-a992-12d4e4ab3dad" providerId="ADAL" clId="{E42F5C69-2624-46BE-9C56-04E623441414}" dt="2022-05-18T19:37:44.149" v="740"/>
          <ac:spMkLst>
            <pc:docMk/>
            <pc:sldMk cId="3483703875" sldId="292"/>
            <ac:spMk id="76" creationId="{8BD648B5-D688-0C1B-EB57-F5A935F2161C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77" creationId="{B717FC91-9651-F320-D0C4-642D016A1F10}"/>
          </ac:spMkLst>
        </pc:spChg>
        <pc:spChg chg="mod">
          <ac:chgData name="FAKHER Bouchra" userId="53efe934-bf4d-4471-a992-12d4e4ab3dad" providerId="ADAL" clId="{E42F5C69-2624-46BE-9C56-04E623441414}" dt="2022-05-18T19:37:34.234" v="738" actId="571"/>
          <ac:spMkLst>
            <pc:docMk/>
            <pc:sldMk cId="3483703875" sldId="292"/>
            <ac:spMk id="78" creationId="{77A6EFAB-9A8A-3047-C7E8-0F0A03228C64}"/>
          </ac:spMkLst>
        </pc:spChg>
        <pc:grpChg chg="add mod">
          <ac:chgData name="FAKHER Bouchra" userId="53efe934-bf4d-4471-a992-12d4e4ab3dad" providerId="ADAL" clId="{E42F5C69-2624-46BE-9C56-04E623441414}" dt="2022-05-21T20:43:46.294" v="7439" actId="1035"/>
          <ac:grpSpMkLst>
            <pc:docMk/>
            <pc:sldMk cId="3483703875" sldId="292"/>
            <ac:grpSpMk id="10" creationId="{47710500-7264-CC8B-DB30-F5094B22BC3E}"/>
          </ac:grpSpMkLst>
        </pc:grpChg>
        <pc:grpChg chg="add mod">
          <ac:chgData name="FAKHER Bouchra" userId="53efe934-bf4d-4471-a992-12d4e4ab3dad" providerId="ADAL" clId="{E42F5C69-2624-46BE-9C56-04E623441414}" dt="2022-05-21T20:43:46.294" v="7439" actId="1035"/>
          <ac:grpSpMkLst>
            <pc:docMk/>
            <pc:sldMk cId="3483703875" sldId="292"/>
            <ac:grpSpMk id="13" creationId="{C04C338B-CA7E-921E-6343-E4B616AFFDC9}"/>
          </ac:grpSpMkLst>
        </pc:grpChg>
        <pc:grpChg chg="add mod">
          <ac:chgData name="FAKHER Bouchra" userId="53efe934-bf4d-4471-a992-12d4e4ab3dad" providerId="ADAL" clId="{E42F5C69-2624-46BE-9C56-04E623441414}" dt="2022-05-21T20:43:46.294" v="7439" actId="1035"/>
          <ac:grpSpMkLst>
            <pc:docMk/>
            <pc:sldMk cId="3483703875" sldId="292"/>
            <ac:grpSpMk id="16" creationId="{025E0029-86FD-DB8C-CB93-C9D946CBED12}"/>
          </ac:grpSpMkLst>
        </pc:grpChg>
        <pc:grpChg chg="mod">
          <ac:chgData name="FAKHER Bouchra" userId="53efe934-bf4d-4471-a992-12d4e4ab3dad" providerId="ADAL" clId="{E42F5C69-2624-46BE-9C56-04E623441414}" dt="2022-05-21T19:36:52.448" v="5996"/>
          <ac:grpSpMkLst>
            <pc:docMk/>
            <pc:sldMk cId="3483703875" sldId="292"/>
            <ac:grpSpMk id="17" creationId="{3C196544-4A4B-F8F5-63AA-1B34A70F130F}"/>
          </ac:grpSpMkLst>
        </pc:grpChg>
        <pc:grpChg chg="add del mod">
          <ac:chgData name="FAKHER Bouchra" userId="53efe934-bf4d-4471-a992-12d4e4ab3dad" providerId="ADAL" clId="{E42F5C69-2624-46BE-9C56-04E623441414}" dt="2022-05-21T20:43:41.804" v="7427" actId="478"/>
          <ac:grpSpMkLst>
            <pc:docMk/>
            <pc:sldMk cId="3483703875" sldId="292"/>
            <ac:grpSpMk id="21" creationId="{FEE43CA0-0CDF-E049-B152-7552667EF389}"/>
          </ac:grpSpMkLst>
        </pc:grpChg>
        <pc:grpChg chg="mod">
          <ac:chgData name="FAKHER Bouchra" userId="53efe934-bf4d-4471-a992-12d4e4ab3dad" providerId="ADAL" clId="{E42F5C69-2624-46BE-9C56-04E623441414}" dt="2022-05-21T19:36:52.448" v="5996"/>
          <ac:grpSpMkLst>
            <pc:docMk/>
            <pc:sldMk cId="3483703875" sldId="292"/>
            <ac:grpSpMk id="22" creationId="{CB6B7A0F-1CFE-42E3-A292-A370A05AFDF5}"/>
          </ac:grpSpMkLst>
        </pc:grpChg>
        <pc:grpChg chg="add mod">
          <ac:chgData name="FAKHER Bouchra" userId="53efe934-bf4d-4471-a992-12d4e4ab3dad" providerId="ADAL" clId="{E42F5C69-2624-46BE-9C56-04E623441414}" dt="2022-05-21T20:43:46.294" v="7439" actId="1035"/>
          <ac:grpSpMkLst>
            <pc:docMk/>
            <pc:sldMk cId="3483703875" sldId="292"/>
            <ac:grpSpMk id="27" creationId="{003DF546-0431-8017-E98F-F28480ECA80D}"/>
          </ac:grpSpMkLst>
        </pc:grpChg>
        <pc:grpChg chg="add del mod">
          <ac:chgData name="FAKHER Bouchra" userId="53efe934-bf4d-4471-a992-12d4e4ab3dad" providerId="ADAL" clId="{E42F5C69-2624-46BE-9C56-04E623441414}" dt="2022-05-18T19:37:21.887" v="735"/>
          <ac:grpSpMkLst>
            <pc:docMk/>
            <pc:sldMk cId="3483703875" sldId="292"/>
            <ac:grpSpMk id="27" creationId="{8E4ABC0E-C120-6B2D-8E31-93A911544AF1}"/>
          </ac:grpSpMkLst>
        </pc:grpChg>
        <pc:grpChg chg="mod">
          <ac:chgData name="FAKHER Bouchra" userId="53efe934-bf4d-4471-a992-12d4e4ab3dad" providerId="ADAL" clId="{E42F5C69-2624-46BE-9C56-04E623441414}" dt="2022-05-21T19:36:52.448" v="5996"/>
          <ac:grpSpMkLst>
            <pc:docMk/>
            <pc:sldMk cId="3483703875" sldId="292"/>
            <ac:grpSpMk id="28" creationId="{B83998EF-33CF-878A-7064-5D9A4AC6D946}"/>
          </ac:grpSpMkLst>
        </pc:grpChg>
        <pc:grpChg chg="add del mod">
          <ac:chgData name="FAKHER Bouchra" userId="53efe934-bf4d-4471-a992-12d4e4ab3dad" providerId="ADAL" clId="{E42F5C69-2624-46BE-9C56-04E623441414}" dt="2022-05-18T19:37:21.887" v="735"/>
          <ac:grpSpMkLst>
            <pc:docMk/>
            <pc:sldMk cId="3483703875" sldId="292"/>
            <ac:grpSpMk id="30" creationId="{EA3C228C-8140-1D1C-757C-F00E1C7E810C}"/>
          </ac:grpSpMkLst>
        </pc:grpChg>
        <pc:grpChg chg="add del mod">
          <ac:chgData name="FAKHER Bouchra" userId="53efe934-bf4d-4471-a992-12d4e4ab3dad" providerId="ADAL" clId="{E42F5C69-2624-46BE-9C56-04E623441414}" dt="2022-05-18T19:37:21.887" v="735"/>
          <ac:grpSpMkLst>
            <pc:docMk/>
            <pc:sldMk cId="3483703875" sldId="292"/>
            <ac:grpSpMk id="33" creationId="{7185EC3D-5168-0A5F-83D5-150F7D010055}"/>
          </ac:grpSpMkLst>
        </pc:grpChg>
        <pc:grpChg chg="mod">
          <ac:chgData name="FAKHER Bouchra" userId="53efe934-bf4d-4471-a992-12d4e4ab3dad" providerId="ADAL" clId="{E42F5C69-2624-46BE-9C56-04E623441414}" dt="2022-05-18T19:37:19.699" v="734"/>
          <ac:grpSpMkLst>
            <pc:docMk/>
            <pc:sldMk cId="3483703875" sldId="292"/>
            <ac:grpSpMk id="34" creationId="{6E583946-7A78-D8AB-983F-E837A17659FA}"/>
          </ac:grpSpMkLst>
        </pc:grpChg>
        <pc:grpChg chg="add del mod">
          <ac:chgData name="FAKHER Bouchra" userId="53efe934-bf4d-4471-a992-12d4e4ab3dad" providerId="ADAL" clId="{E42F5C69-2624-46BE-9C56-04E623441414}" dt="2022-05-18T19:37:21.887" v="735"/>
          <ac:grpSpMkLst>
            <pc:docMk/>
            <pc:sldMk cId="3483703875" sldId="292"/>
            <ac:grpSpMk id="38" creationId="{2F15E540-7208-8F7F-9F6D-572EC468E5F4}"/>
          </ac:grpSpMkLst>
        </pc:grpChg>
        <pc:grpChg chg="mod">
          <ac:chgData name="FAKHER Bouchra" userId="53efe934-bf4d-4471-a992-12d4e4ab3dad" providerId="ADAL" clId="{E42F5C69-2624-46BE-9C56-04E623441414}" dt="2022-05-18T19:37:19.699" v="734"/>
          <ac:grpSpMkLst>
            <pc:docMk/>
            <pc:sldMk cId="3483703875" sldId="292"/>
            <ac:grpSpMk id="39" creationId="{AAA4CAFD-6116-DA5A-C89C-440359E70639}"/>
          </ac:grpSpMkLst>
        </pc:grpChg>
        <pc:grpChg chg="add mod">
          <ac:chgData name="FAKHER Bouchra" userId="53efe934-bf4d-4471-a992-12d4e4ab3dad" providerId="ADAL" clId="{E42F5C69-2624-46BE-9C56-04E623441414}" dt="2022-05-18T19:37:24.083" v="737" actId="571"/>
          <ac:grpSpMkLst>
            <pc:docMk/>
            <pc:sldMk cId="3483703875" sldId="292"/>
            <ac:grpSpMk id="43" creationId="{D7193B69-A667-0E54-C040-3E2213B7C072}"/>
          </ac:grpSpMkLst>
        </pc:grpChg>
        <pc:grpChg chg="mod">
          <ac:chgData name="FAKHER Bouchra" userId="53efe934-bf4d-4471-a992-12d4e4ab3dad" providerId="ADAL" clId="{E42F5C69-2624-46BE-9C56-04E623441414}" dt="2022-05-18T19:37:24.083" v="737" actId="571"/>
          <ac:grpSpMkLst>
            <pc:docMk/>
            <pc:sldMk cId="3483703875" sldId="292"/>
            <ac:grpSpMk id="44" creationId="{823D4D34-C3E0-37F2-39AA-C9EC5EFC3E11}"/>
          </ac:grpSpMkLst>
        </pc:grpChg>
        <pc:grpChg chg="add del mod">
          <ac:chgData name="FAKHER Bouchra" userId="53efe934-bf4d-4471-a992-12d4e4ab3dad" providerId="ADAL" clId="{E42F5C69-2624-46BE-9C56-04E623441414}" dt="2022-05-21T14:05:25.772" v="3079" actId="478"/>
          <ac:grpSpMkLst>
            <pc:docMk/>
            <pc:sldMk cId="3483703875" sldId="292"/>
            <ac:grpSpMk id="48" creationId="{290B721F-64C0-6C53-A02B-5725BF508BBF}"/>
          </ac:grpSpMkLst>
        </pc:grpChg>
        <pc:grpChg chg="add del mod">
          <ac:chgData name="FAKHER Bouchra" userId="53efe934-bf4d-4471-a992-12d4e4ab3dad" providerId="ADAL" clId="{E42F5C69-2624-46BE-9C56-04E623441414}" dt="2022-05-21T20:02:13.974" v="6358" actId="478"/>
          <ac:grpSpMkLst>
            <pc:docMk/>
            <pc:sldMk cId="3483703875" sldId="292"/>
            <ac:grpSpMk id="51" creationId="{463422DF-53FC-32A0-96FA-F1993B971FCC}"/>
          </ac:grpSpMkLst>
        </pc:grpChg>
        <pc:grpChg chg="add del mod">
          <ac:chgData name="FAKHER Bouchra" userId="53efe934-bf4d-4471-a992-12d4e4ab3dad" providerId="ADAL" clId="{E42F5C69-2624-46BE-9C56-04E623441414}" dt="2022-05-21T14:05:25.772" v="3079" actId="478"/>
          <ac:grpSpMkLst>
            <pc:docMk/>
            <pc:sldMk cId="3483703875" sldId="292"/>
            <ac:grpSpMk id="54" creationId="{082DDEFA-6F50-9189-4DB4-5A1FB74D2CB1}"/>
          </ac:grpSpMkLst>
        </pc:grpChg>
        <pc:grpChg chg="mod">
          <ac:chgData name="FAKHER Bouchra" userId="53efe934-bf4d-4471-a992-12d4e4ab3dad" providerId="ADAL" clId="{E42F5C69-2624-46BE-9C56-04E623441414}" dt="2022-05-18T19:37:34.234" v="738" actId="571"/>
          <ac:grpSpMkLst>
            <pc:docMk/>
            <pc:sldMk cId="3483703875" sldId="292"/>
            <ac:grpSpMk id="64" creationId="{E94FB3BB-E6FC-EAD0-6876-2FE06F14BA59}"/>
          </ac:grpSpMkLst>
        </pc:grpChg>
        <pc:grpChg chg="del">
          <ac:chgData name="FAKHER Bouchra" userId="53efe934-bf4d-4471-a992-12d4e4ab3dad" providerId="ADAL" clId="{E42F5C69-2624-46BE-9C56-04E623441414}" dt="2022-05-18T19:38:04.965" v="744" actId="478"/>
          <ac:grpSpMkLst>
            <pc:docMk/>
            <pc:sldMk cId="3483703875" sldId="292"/>
            <ac:grpSpMk id="67" creationId="{C1D339DD-A54D-4980-B307-476E87CCD52B}"/>
          </ac:grpSpMkLst>
        </pc:grpChg>
        <pc:grpChg chg="del">
          <ac:chgData name="FAKHER Bouchra" userId="53efe934-bf4d-4471-a992-12d4e4ab3dad" providerId="ADAL" clId="{E42F5C69-2624-46BE-9C56-04E623441414}" dt="2022-05-18T19:38:04.965" v="744" actId="478"/>
          <ac:grpSpMkLst>
            <pc:docMk/>
            <pc:sldMk cId="3483703875" sldId="292"/>
            <ac:grpSpMk id="70" creationId="{435AEF25-9A84-4CAC-9B45-FCDB7D373660}"/>
          </ac:grpSpMkLst>
        </pc:grpChg>
        <pc:grpChg chg="add del mod">
          <ac:chgData name="FAKHER Bouchra" userId="53efe934-bf4d-4471-a992-12d4e4ab3dad" providerId="ADAL" clId="{E42F5C69-2624-46BE-9C56-04E623441414}" dt="2022-05-21T14:05:25.772" v="3079" actId="478"/>
          <ac:grpSpMkLst>
            <pc:docMk/>
            <pc:sldMk cId="3483703875" sldId="292"/>
            <ac:grpSpMk id="74" creationId="{D2FF263E-91DE-DA94-0156-6718BE8FDAD0}"/>
          </ac:grpSpMkLst>
        </pc:grpChg>
        <pc:grpChg chg="mod">
          <ac:chgData name="FAKHER Bouchra" userId="53efe934-bf4d-4471-a992-12d4e4ab3dad" providerId="ADAL" clId="{E42F5C69-2624-46BE-9C56-04E623441414}" dt="2022-05-18T19:37:34.234" v="738" actId="571"/>
          <ac:grpSpMkLst>
            <pc:docMk/>
            <pc:sldMk cId="3483703875" sldId="292"/>
            <ac:grpSpMk id="75" creationId="{747FC315-6045-9183-EDD0-F739955C734B}"/>
          </ac:grpSpMkLst>
        </pc:grpChg>
        <pc:grpChg chg="del">
          <ac:chgData name="FAKHER Bouchra" userId="53efe934-bf4d-4471-a992-12d4e4ab3dad" providerId="ADAL" clId="{E42F5C69-2624-46BE-9C56-04E623441414}" dt="2022-05-18T19:38:04.965" v="744" actId="478"/>
          <ac:grpSpMkLst>
            <pc:docMk/>
            <pc:sldMk cId="3483703875" sldId="292"/>
            <ac:grpSpMk id="107" creationId="{A85CD2FE-1316-4F20-9C29-E3802CAAD5B3}"/>
          </ac:grpSpMkLst>
        </pc:grpChg>
        <pc:grpChg chg="del">
          <ac:chgData name="FAKHER Bouchra" userId="53efe934-bf4d-4471-a992-12d4e4ab3dad" providerId="ADAL" clId="{E42F5C69-2624-46BE-9C56-04E623441414}" dt="2022-05-18T19:38:04.965" v="744" actId="478"/>
          <ac:grpSpMkLst>
            <pc:docMk/>
            <pc:sldMk cId="3483703875" sldId="292"/>
            <ac:grpSpMk id="108" creationId="{BCBE8271-927C-474C-A94A-AAE39C5811AE}"/>
          </ac:grpSpMkLst>
        </pc:grpChg>
        <pc:grpChg chg="del">
          <ac:chgData name="FAKHER Bouchra" userId="53efe934-bf4d-4471-a992-12d4e4ab3dad" providerId="ADAL" clId="{E42F5C69-2624-46BE-9C56-04E623441414}" dt="2022-05-18T19:38:04.965" v="744" actId="478"/>
          <ac:grpSpMkLst>
            <pc:docMk/>
            <pc:sldMk cId="3483703875" sldId="292"/>
            <ac:grpSpMk id="109" creationId="{B59F742E-4FAF-4AE1-8313-F87BE5F288A7}"/>
          </ac:grpSpMkLst>
        </pc:grpChg>
      </pc:sldChg>
      <pc:sldChg chg="addSp delSp modSp new add del mod ord modAnim">
        <pc:chgData name="FAKHER Bouchra" userId="53efe934-bf4d-4471-a992-12d4e4ab3dad" providerId="ADAL" clId="{E42F5C69-2624-46BE-9C56-04E623441414}" dt="2022-05-18T18:57:16.294" v="29" actId="47"/>
        <pc:sldMkLst>
          <pc:docMk/>
          <pc:sldMk cId="1064567886" sldId="293"/>
        </pc:sldMkLst>
        <pc:spChg chg="mod">
          <ac:chgData name="FAKHER Bouchra" userId="53efe934-bf4d-4471-a992-12d4e4ab3dad" providerId="ADAL" clId="{E42F5C69-2624-46BE-9C56-04E623441414}" dt="2022-05-18T18:56:16.234" v="23"/>
          <ac:spMkLst>
            <pc:docMk/>
            <pc:sldMk cId="1064567886" sldId="293"/>
            <ac:spMk id="2" creationId="{8DE9F666-DB0B-61E7-8A23-929766391816}"/>
          </ac:spMkLst>
        </pc:spChg>
        <pc:spChg chg="del">
          <ac:chgData name="FAKHER Bouchra" userId="53efe934-bf4d-4471-a992-12d4e4ab3dad" providerId="ADAL" clId="{E42F5C69-2624-46BE-9C56-04E623441414}" dt="2022-05-18T18:55:29.923" v="11" actId="478"/>
          <ac:spMkLst>
            <pc:docMk/>
            <pc:sldMk cId="1064567886" sldId="293"/>
            <ac:spMk id="4" creationId="{3D6216F1-C063-1236-5A42-B36E9AED114E}"/>
          </ac:spMkLst>
        </pc:spChg>
        <pc:spChg chg="add mod">
          <ac:chgData name="FAKHER Bouchra" userId="53efe934-bf4d-4471-a992-12d4e4ab3dad" providerId="ADAL" clId="{E42F5C69-2624-46BE-9C56-04E623441414}" dt="2022-05-18T18:55:48.701" v="21" actId="108"/>
          <ac:spMkLst>
            <pc:docMk/>
            <pc:sldMk cId="1064567886" sldId="293"/>
            <ac:spMk id="7" creationId="{683F28D6-1225-6E9B-9E38-C796E712296E}"/>
          </ac:spMkLst>
        </pc:spChg>
        <pc:spChg chg="add mod">
          <ac:chgData name="FAKHER Bouchra" userId="53efe934-bf4d-4471-a992-12d4e4ab3dad" providerId="ADAL" clId="{E42F5C69-2624-46BE-9C56-04E623441414}" dt="2022-05-18T18:55:26.609" v="10"/>
          <ac:spMkLst>
            <pc:docMk/>
            <pc:sldMk cId="1064567886" sldId="293"/>
            <ac:spMk id="8" creationId="{0458FD85-7CA1-C5EC-FB4A-8418C605BF8C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0" creationId="{7176176E-62CC-DA20-01EA-A56AC0AA1AC4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1" creationId="{5660BDE0-F058-12E6-16BF-5225924E70AC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2" creationId="{B207E3DD-96A7-002C-DACA-2E67723D0F32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3" creationId="{FFCBECDD-FAB9-4E6A-454F-7E58227E8973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4" creationId="{2365B782-9E7C-52C3-3EB0-E36C7D32301D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5" creationId="{BAFEA90E-2BEC-BA40-AC23-5E3926DA238D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6" creationId="{57CC98FE-F79C-A389-C4EA-D61112F5E6C4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7" creationId="{ED094FB5-38E6-D2FD-5391-691423E19BC7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8" creationId="{5EEC0A87-45B0-CD8F-5942-B4266D4FE3BD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19" creationId="{70E0E2DC-E69B-89C9-1F68-9CADD48BB446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0" creationId="{32715A48-3D97-4246-B5B8-C9306E3B485E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1" creationId="{21B62FB8-3E37-945C-F705-39A0FE9D6E35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2" creationId="{EA5A34D6-CA8D-64F4-5C78-558CEF3AD5DF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3" creationId="{6EDAAB1E-8444-D51C-93E9-A1228E616449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4" creationId="{BC8F3D3E-08F7-0D44-F0F2-7F8716CCE75A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5" creationId="{0DB7A9DE-39BE-7D5E-4352-2F0450483623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6" creationId="{D8EDFBF1-ADCA-9488-F8B0-BABB4434EDE0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7" creationId="{48ED3332-1B24-9BFE-6235-2A526C4B6600}"/>
          </ac:spMkLst>
        </pc:spChg>
        <pc:spChg chg="add mod">
          <ac:chgData name="FAKHER Bouchra" userId="53efe934-bf4d-4471-a992-12d4e4ab3dad" providerId="ADAL" clId="{E42F5C69-2624-46BE-9C56-04E623441414}" dt="2022-05-18T18:55:56.159" v="22"/>
          <ac:spMkLst>
            <pc:docMk/>
            <pc:sldMk cId="1064567886" sldId="293"/>
            <ac:spMk id="28" creationId="{4196D8DD-07D2-B77D-21F5-288665C46835}"/>
          </ac:spMkLst>
        </pc:spChg>
        <pc:picChg chg="add del mod">
          <ac:chgData name="FAKHER Bouchra" userId="53efe934-bf4d-4471-a992-12d4e4ab3dad" providerId="ADAL" clId="{E42F5C69-2624-46BE-9C56-04E623441414}" dt="2022-05-18T18:55:32.512" v="12" actId="478"/>
          <ac:picMkLst>
            <pc:docMk/>
            <pc:sldMk cId="1064567886" sldId="293"/>
            <ac:picMk id="9" creationId="{0E26683A-AC73-61F4-7E06-72FC725181FC}"/>
          </ac:picMkLst>
        </pc:picChg>
      </pc:sldChg>
      <pc:sldChg chg="del">
        <pc:chgData name="FAKHER Bouchra" userId="53efe934-bf4d-4471-a992-12d4e4ab3dad" providerId="ADAL" clId="{E42F5C69-2624-46BE-9C56-04E623441414}" dt="2022-05-18T18:54:58.359" v="4"/>
        <pc:sldMkLst>
          <pc:docMk/>
          <pc:sldMk cId="2844222581" sldId="293"/>
        </pc:sldMkLst>
      </pc:sldChg>
      <pc:sldChg chg="new del modNotesTx">
        <pc:chgData name="FAKHER Bouchra" userId="53efe934-bf4d-4471-a992-12d4e4ab3dad" providerId="ADAL" clId="{E42F5C69-2624-46BE-9C56-04E623441414}" dt="2022-05-20T07:57:23.403" v="1407" actId="47"/>
        <pc:sldMkLst>
          <pc:docMk/>
          <pc:sldMk cId="3193454505" sldId="293"/>
        </pc:sldMkLst>
      </pc:sldChg>
      <pc:sldChg chg="new del">
        <pc:chgData name="FAKHER Bouchra" userId="53efe934-bf4d-4471-a992-12d4e4ab3dad" providerId="ADAL" clId="{E42F5C69-2624-46BE-9C56-04E623441414}" dt="2022-05-18T18:54:45.622" v="3" actId="680"/>
        <pc:sldMkLst>
          <pc:docMk/>
          <pc:sldMk cId="3237957767" sldId="293"/>
        </pc:sldMkLst>
      </pc:sldChg>
      <pc:sldChg chg="addSp delSp modSp new mod modClrScheme chgLayout">
        <pc:chgData name="FAKHER Bouchra" userId="53efe934-bf4d-4471-a992-12d4e4ab3dad" providerId="ADAL" clId="{E42F5C69-2624-46BE-9C56-04E623441414}" dt="2022-05-21T21:05:02.209" v="7551" actId="1076"/>
        <pc:sldMkLst>
          <pc:docMk/>
          <pc:sldMk cId="765145267" sldId="294"/>
        </pc:sldMkLst>
        <pc:spChg chg="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2" creationId="{8ECADE7D-9E0B-0F12-CE9C-160F8EF119AF}"/>
          </ac:spMkLst>
        </pc:spChg>
        <pc:spChg chg="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3" creationId="{28D2EFDA-36C0-CF7A-87EE-3A33A8BE2E59}"/>
          </ac:spMkLst>
        </pc:spChg>
        <pc:spChg chg="mod ord">
          <ac:chgData name="FAKHER Bouchra" userId="53efe934-bf4d-4471-a992-12d4e4ab3dad" providerId="ADAL" clId="{E42F5C69-2624-46BE-9C56-04E623441414}" dt="2022-05-21T20:49:31.958" v="7442" actId="20577"/>
          <ac:spMkLst>
            <pc:docMk/>
            <pc:sldMk cId="765145267" sldId="294"/>
            <ac:spMk id="4" creationId="{25A1AF15-AEDD-D105-868E-5BE54FFE3FDF}"/>
          </ac:spMkLst>
        </pc:spChg>
        <pc:spChg chg="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5" creationId="{09AFFD47-527B-3426-4D5A-0A258E683922}"/>
          </ac:spMkLst>
        </pc:spChg>
        <pc:spChg chg="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6" creationId="{52F409CB-1F5C-D2E5-B65F-2E80CC746FDB}"/>
          </ac:spMkLst>
        </pc:spChg>
        <pc:spChg chg="add del 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7" creationId="{61A8C697-4DAB-93CF-C6F3-B79CEEC5AD2A}"/>
          </ac:spMkLst>
        </pc:spChg>
        <pc:spChg chg="add del 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8" creationId="{8BC11606-F483-208E-34E4-58FF88268146}"/>
          </ac:spMkLst>
        </pc:spChg>
        <pc:spChg chg="add del mod ord">
          <ac:chgData name="FAKHER Bouchra" userId="53efe934-bf4d-4471-a992-12d4e4ab3dad" providerId="ADAL" clId="{E42F5C69-2624-46BE-9C56-04E623441414}" dt="2022-05-20T12:13:26.681" v="1580" actId="700"/>
          <ac:spMkLst>
            <pc:docMk/>
            <pc:sldMk cId="765145267" sldId="294"/>
            <ac:spMk id="9" creationId="{A993F8A9-DA0A-A556-2FBB-B0150DB51EB5}"/>
          </ac:spMkLst>
        </pc:spChg>
        <pc:spChg chg="add mod ord">
          <ac:chgData name="FAKHER Bouchra" userId="53efe934-bf4d-4471-a992-12d4e4ab3dad" providerId="ADAL" clId="{E42F5C69-2624-46BE-9C56-04E623441414}" dt="2022-05-21T16:08:58.101" v="4833" actId="20577"/>
          <ac:spMkLst>
            <pc:docMk/>
            <pc:sldMk cId="765145267" sldId="294"/>
            <ac:spMk id="10" creationId="{5B4C80FE-45D1-FA89-EA9F-75D2435B5141}"/>
          </ac:spMkLst>
        </pc:spChg>
        <pc:spChg chg="add mod">
          <ac:chgData name="FAKHER Bouchra" userId="53efe934-bf4d-4471-a992-12d4e4ab3dad" providerId="ADAL" clId="{E42F5C69-2624-46BE-9C56-04E623441414}" dt="2022-05-21T19:12:03.978" v="5976" actId="114"/>
          <ac:spMkLst>
            <pc:docMk/>
            <pc:sldMk cId="765145267" sldId="294"/>
            <ac:spMk id="11" creationId="{42B1F923-CAC9-7AB2-A734-FAE24564FEA4}"/>
          </ac:spMkLst>
        </pc:spChg>
        <pc:spChg chg="add mod">
          <ac:chgData name="FAKHER Bouchra" userId="53efe934-bf4d-4471-a992-12d4e4ab3dad" providerId="ADAL" clId="{E42F5C69-2624-46BE-9C56-04E623441414}" dt="2022-05-21T21:05:02.209" v="7551" actId="1076"/>
          <ac:spMkLst>
            <pc:docMk/>
            <pc:sldMk cId="765145267" sldId="294"/>
            <ac:spMk id="13" creationId="{288CCC86-C58C-ECD2-6B73-8A744E093483}"/>
          </ac:spMkLst>
        </pc:spChg>
      </pc:sldChg>
      <pc:sldChg chg="addSp delSp modSp new mod delAnim modAnim modNotesTx">
        <pc:chgData name="FAKHER Bouchra" userId="53efe934-bf4d-4471-a992-12d4e4ab3dad" providerId="ADAL" clId="{E42F5C69-2624-46BE-9C56-04E623441414}" dt="2022-05-21T21:00:25.464" v="7486" actId="14100"/>
        <pc:sldMkLst>
          <pc:docMk/>
          <pc:sldMk cId="1453362850" sldId="295"/>
        </pc:sldMkLst>
        <pc:spChg chg="mod">
          <ac:chgData name="FAKHER Bouchra" userId="53efe934-bf4d-4471-a992-12d4e4ab3dad" providerId="ADAL" clId="{E42F5C69-2624-46BE-9C56-04E623441414}" dt="2022-05-20T07:38:41.172" v="1132"/>
          <ac:spMkLst>
            <pc:docMk/>
            <pc:sldMk cId="1453362850" sldId="295"/>
            <ac:spMk id="2" creationId="{51B12616-2A0E-18F7-79C1-90534ACF01CB}"/>
          </ac:spMkLst>
        </pc:spChg>
        <pc:spChg chg="del">
          <ac:chgData name="FAKHER Bouchra" userId="53efe934-bf4d-4471-a992-12d4e4ab3dad" providerId="ADAL" clId="{E42F5C69-2624-46BE-9C56-04E623441414}" dt="2022-05-20T07:06:16.507" v="1050" actId="478"/>
          <ac:spMkLst>
            <pc:docMk/>
            <pc:sldMk cId="1453362850" sldId="295"/>
            <ac:spMk id="4" creationId="{CFDDB3B6-3C82-C9DA-8BA8-3156154A8A09}"/>
          </ac:spMkLst>
        </pc:spChg>
        <pc:spChg chg="add del mod">
          <ac:chgData name="FAKHER Bouchra" userId="53efe934-bf4d-4471-a992-12d4e4ab3dad" providerId="ADAL" clId="{E42F5C69-2624-46BE-9C56-04E623441414}" dt="2022-05-21T12:17:15.376" v="2570"/>
          <ac:spMkLst>
            <pc:docMk/>
            <pc:sldMk cId="1453362850" sldId="295"/>
            <ac:spMk id="8" creationId="{585430F5-22DD-AB65-CAA0-8CCB11AD797A}"/>
          </ac:spMkLst>
        </pc:spChg>
        <pc:spChg chg="add del mod">
          <ac:chgData name="FAKHER Bouchra" userId="53efe934-bf4d-4471-a992-12d4e4ab3dad" providerId="ADAL" clId="{E42F5C69-2624-46BE-9C56-04E623441414}" dt="2022-05-21T12:17:15.376" v="2574"/>
          <ac:spMkLst>
            <pc:docMk/>
            <pc:sldMk cId="1453362850" sldId="295"/>
            <ac:spMk id="9" creationId="{50AD6049-6688-2068-22DA-8CCF5A9349D3}"/>
          </ac:spMkLst>
        </pc:spChg>
        <pc:spChg chg="add del mod">
          <ac:chgData name="FAKHER Bouchra" userId="53efe934-bf4d-4471-a992-12d4e4ab3dad" providerId="ADAL" clId="{E42F5C69-2624-46BE-9C56-04E623441414}" dt="2022-05-21T12:17:15.376" v="2576"/>
          <ac:spMkLst>
            <pc:docMk/>
            <pc:sldMk cId="1453362850" sldId="295"/>
            <ac:spMk id="10" creationId="{291E610A-D9B6-4F7E-0103-A9FED3A649CD}"/>
          </ac:spMkLst>
        </pc:spChg>
        <pc:spChg chg="add del mod">
          <ac:chgData name="FAKHER Bouchra" userId="53efe934-bf4d-4471-a992-12d4e4ab3dad" providerId="ADAL" clId="{E42F5C69-2624-46BE-9C56-04E623441414}" dt="2022-05-21T12:17:15.389" v="2578"/>
          <ac:spMkLst>
            <pc:docMk/>
            <pc:sldMk cId="1453362850" sldId="295"/>
            <ac:spMk id="11" creationId="{0981EF5C-4DA2-0468-F5BD-F0ED4266B3D3}"/>
          </ac:spMkLst>
        </pc:spChg>
        <pc:spChg chg="add mod">
          <ac:chgData name="FAKHER Bouchra" userId="53efe934-bf4d-4471-a992-12d4e4ab3dad" providerId="ADAL" clId="{E42F5C69-2624-46BE-9C56-04E623441414}" dt="2022-05-21T18:31:17.938" v="5322" actId="2711"/>
          <ac:spMkLst>
            <pc:docMk/>
            <pc:sldMk cId="1453362850" sldId="295"/>
            <ac:spMk id="12" creationId="{2E1F0808-4C9B-EA7D-49E7-844B6225567B}"/>
          </ac:spMkLst>
        </pc:spChg>
        <pc:spChg chg="add del mod">
          <ac:chgData name="FAKHER Bouchra" userId="53efe934-bf4d-4471-a992-12d4e4ab3dad" providerId="ADAL" clId="{E42F5C69-2624-46BE-9C56-04E623441414}" dt="2022-05-21T12:17:15.376" v="2572"/>
          <ac:spMkLst>
            <pc:docMk/>
            <pc:sldMk cId="1453362850" sldId="295"/>
            <ac:spMk id="12" creationId="{3E3B4FBD-9F61-A0BD-A2A0-B9E60D285445}"/>
          </ac:spMkLst>
        </pc:spChg>
        <pc:spChg chg="add del mod">
          <ac:chgData name="FAKHER Bouchra" userId="53efe934-bf4d-4471-a992-12d4e4ab3dad" providerId="ADAL" clId="{E42F5C69-2624-46BE-9C56-04E623441414}" dt="2022-05-21T12:17:15.389" v="2580"/>
          <ac:spMkLst>
            <pc:docMk/>
            <pc:sldMk cId="1453362850" sldId="295"/>
            <ac:spMk id="13" creationId="{33F47D2A-9982-FDAE-DE9B-1EED79A45104}"/>
          </ac:spMkLst>
        </pc:spChg>
        <pc:spChg chg="add del mod">
          <ac:chgData name="FAKHER Bouchra" userId="53efe934-bf4d-4471-a992-12d4e4ab3dad" providerId="ADAL" clId="{E42F5C69-2624-46BE-9C56-04E623441414}" dt="2022-05-21T12:17:15.389" v="2582"/>
          <ac:spMkLst>
            <pc:docMk/>
            <pc:sldMk cId="1453362850" sldId="295"/>
            <ac:spMk id="14" creationId="{6E6C5E56-134A-1102-ACDF-9CDEA27A94EE}"/>
          </ac:spMkLst>
        </pc:spChg>
        <pc:spChg chg="add mod">
          <ac:chgData name="FAKHER Bouchra" userId="53efe934-bf4d-4471-a992-12d4e4ab3dad" providerId="ADAL" clId="{E42F5C69-2624-46BE-9C56-04E623441414}" dt="2022-05-21T18:31:02.472" v="5321" actId="255"/>
          <ac:spMkLst>
            <pc:docMk/>
            <pc:sldMk cId="1453362850" sldId="295"/>
            <ac:spMk id="14" creationId="{E7F6EFA5-E238-7A7D-AF86-2C37A8F26266}"/>
          </ac:spMkLst>
        </pc:spChg>
        <pc:spChg chg="add del mod">
          <ac:chgData name="FAKHER Bouchra" userId="53efe934-bf4d-4471-a992-12d4e4ab3dad" providerId="ADAL" clId="{E42F5C69-2624-46BE-9C56-04E623441414}" dt="2022-05-21T12:17:15.389" v="2584"/>
          <ac:spMkLst>
            <pc:docMk/>
            <pc:sldMk cId="1453362850" sldId="295"/>
            <ac:spMk id="15" creationId="{4DB7254B-39E5-3780-5F17-8351C499DC9D}"/>
          </ac:spMkLst>
        </pc:spChg>
        <pc:spChg chg="mod topLvl">
          <ac:chgData name="FAKHER Bouchra" userId="53efe934-bf4d-4471-a992-12d4e4ab3dad" providerId="ADAL" clId="{E42F5C69-2624-46BE-9C56-04E623441414}" dt="2022-05-21T21:00:25.464" v="7486" actId="14100"/>
          <ac:spMkLst>
            <pc:docMk/>
            <pc:sldMk cId="1453362850" sldId="295"/>
            <ac:spMk id="17" creationId="{C9EB6EB2-BAF1-1141-4BEB-B28BA370BBCC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18" creationId="{1DBC5150-6320-CA73-08B0-E1667201C13D}"/>
          </ac:spMkLst>
        </pc:spChg>
        <pc:spChg chg="del mod topLvl">
          <ac:chgData name="FAKHER Bouchra" userId="53efe934-bf4d-4471-a992-12d4e4ab3dad" providerId="ADAL" clId="{E42F5C69-2624-46BE-9C56-04E623441414}" dt="2022-05-21T15:30:01.163" v="4446" actId="478"/>
          <ac:spMkLst>
            <pc:docMk/>
            <pc:sldMk cId="1453362850" sldId="295"/>
            <ac:spMk id="18" creationId="{D105A786-46A1-BA25-2147-1256923F10C4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19" creationId="{0B1FB890-67F7-9F9A-FDD8-F52CDB0E9738}"/>
          </ac:spMkLst>
        </pc:spChg>
        <pc:spChg chg="del mod topLvl">
          <ac:chgData name="FAKHER Bouchra" userId="53efe934-bf4d-4471-a992-12d4e4ab3dad" providerId="ADAL" clId="{E42F5C69-2624-46BE-9C56-04E623441414}" dt="2022-05-21T15:37:53.352" v="4578"/>
          <ac:spMkLst>
            <pc:docMk/>
            <pc:sldMk cId="1453362850" sldId="295"/>
            <ac:spMk id="20" creationId="{0B7336B4-E1EE-F11C-706E-8993ACA6F739}"/>
          </ac:spMkLst>
        </pc:spChg>
        <pc:spChg chg="del mod topLvl">
          <ac:chgData name="FAKHER Bouchra" userId="53efe934-bf4d-4471-a992-12d4e4ab3dad" providerId="ADAL" clId="{E42F5C69-2624-46BE-9C56-04E623441414}" dt="2022-05-21T15:30:01.163" v="4446" actId="478"/>
          <ac:spMkLst>
            <pc:docMk/>
            <pc:sldMk cId="1453362850" sldId="295"/>
            <ac:spMk id="21" creationId="{33C4AA45-EE92-339B-0D00-D28A393BF0F9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1" creationId="{A8E63E1B-3E89-4803-9FD2-4239955DEF33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2" creationId="{0FFEB1BD-CFE6-7335-55C4-F8AC8963E0F4}"/>
          </ac:spMkLst>
        </pc:spChg>
        <pc:spChg chg="mod topLvl">
          <ac:chgData name="FAKHER Bouchra" userId="53efe934-bf4d-4471-a992-12d4e4ab3dad" providerId="ADAL" clId="{E42F5C69-2624-46BE-9C56-04E623441414}" dt="2022-05-21T20:58:33.887" v="7459" actId="20577"/>
          <ac:spMkLst>
            <pc:docMk/>
            <pc:sldMk cId="1453362850" sldId="295"/>
            <ac:spMk id="23" creationId="{F1E49D33-7A59-C860-6A11-90EF48D35703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4" creationId="{36AE6455-36C9-F8CE-C922-9A09CBC3C517}"/>
          </ac:spMkLst>
        </pc:spChg>
        <pc:spChg chg="mod topLvl">
          <ac:chgData name="FAKHER Bouchra" userId="53efe934-bf4d-4471-a992-12d4e4ab3dad" providerId="ADAL" clId="{E42F5C69-2624-46BE-9C56-04E623441414}" dt="2022-05-21T16:32:36.499" v="5189" actId="164"/>
          <ac:spMkLst>
            <pc:docMk/>
            <pc:sldMk cId="1453362850" sldId="295"/>
            <ac:spMk id="24" creationId="{64D511DA-3A4A-7815-2F62-F2AFD45FAA5D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5" creationId="{2E6FC3A7-C65A-6B5B-FAFB-4B9F7A8246F5}"/>
          </ac:spMkLst>
        </pc:spChg>
        <pc:spChg chg="mod topLvl">
          <ac:chgData name="FAKHER Bouchra" userId="53efe934-bf4d-4471-a992-12d4e4ab3dad" providerId="ADAL" clId="{E42F5C69-2624-46BE-9C56-04E623441414}" dt="2022-05-21T18:31:37.629" v="5325" actId="108"/>
          <ac:spMkLst>
            <pc:docMk/>
            <pc:sldMk cId="1453362850" sldId="295"/>
            <ac:spMk id="26" creationId="{E0CF3BFF-D908-753F-11C8-BC6407AB9719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7" creationId="{02BCCD26-2A60-1DA5-BC1F-B94C36C831BF}"/>
          </ac:spMkLst>
        </pc:spChg>
        <pc:spChg chg="del mod topLvl">
          <ac:chgData name="FAKHER Bouchra" userId="53efe934-bf4d-4471-a992-12d4e4ab3dad" providerId="ADAL" clId="{E42F5C69-2624-46BE-9C56-04E623441414}" dt="2022-05-21T15:30:04.096" v="4447" actId="478"/>
          <ac:spMkLst>
            <pc:docMk/>
            <pc:sldMk cId="1453362850" sldId="295"/>
            <ac:spMk id="27" creationId="{0D01F5F4-C119-1099-90A3-285E51C44736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28" creationId="{DA3020BE-9F52-6447-2C9D-128D63A654E2}"/>
          </ac:spMkLst>
        </pc:spChg>
        <pc:spChg chg="add mod">
          <ac:chgData name="FAKHER Bouchra" userId="53efe934-bf4d-4471-a992-12d4e4ab3dad" providerId="ADAL" clId="{E42F5C69-2624-46BE-9C56-04E623441414}" dt="2022-05-21T16:32:41.634" v="5190" actId="164"/>
          <ac:spMkLst>
            <pc:docMk/>
            <pc:sldMk cId="1453362850" sldId="295"/>
            <ac:spMk id="29" creationId="{A655BDF0-6DBF-C50D-3ECB-FF3A161E5125}"/>
          </ac:spMkLst>
        </pc:spChg>
        <pc:spChg chg="add del mod">
          <ac:chgData name="FAKHER Bouchra" userId="53efe934-bf4d-4471-a992-12d4e4ab3dad" providerId="ADAL" clId="{E42F5C69-2624-46BE-9C56-04E623441414}" dt="2022-05-21T15:37:55.622" v="4579" actId="478"/>
          <ac:spMkLst>
            <pc:docMk/>
            <pc:sldMk cId="1453362850" sldId="295"/>
            <ac:spMk id="30" creationId="{73AF3CE2-8227-71F7-CDB6-4D7927AE6873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30" creationId="{C0DF020F-0AF9-21E7-BF1C-7544863CB151}"/>
          </ac:spMkLst>
        </pc:spChg>
        <pc:spChg chg="mod">
          <ac:chgData name="FAKHER Bouchra" userId="53efe934-bf4d-4471-a992-12d4e4ab3dad" providerId="ADAL" clId="{E42F5C69-2624-46BE-9C56-04E623441414}" dt="2022-05-21T12:25:38.519" v="2697" actId="404"/>
          <ac:spMkLst>
            <pc:docMk/>
            <pc:sldMk cId="1453362850" sldId="295"/>
            <ac:spMk id="31" creationId="{85AC0C7A-33DD-F57A-F7A4-3B73F90FC32F}"/>
          </ac:spMkLst>
        </pc:spChg>
        <pc:spChg chg="add mod">
          <ac:chgData name="FAKHER Bouchra" userId="53efe934-bf4d-4471-a992-12d4e4ab3dad" providerId="ADAL" clId="{E42F5C69-2624-46BE-9C56-04E623441414}" dt="2022-05-21T16:32:43.686" v="5191" actId="164"/>
          <ac:spMkLst>
            <pc:docMk/>
            <pc:sldMk cId="1453362850" sldId="295"/>
            <ac:spMk id="31" creationId="{AA7597F5-3FCC-33D4-4B39-377E2592B474}"/>
          </ac:spMkLst>
        </pc:spChg>
        <pc:grpChg chg="add del mod">
          <ac:chgData name="FAKHER Bouchra" userId="53efe934-bf4d-4471-a992-12d4e4ab3dad" providerId="ADAL" clId="{E42F5C69-2624-46BE-9C56-04E623441414}" dt="2022-05-21T15:29:44.129" v="4443" actId="165"/>
          <ac:grpSpMkLst>
            <pc:docMk/>
            <pc:sldMk cId="1453362850" sldId="295"/>
            <ac:grpSpMk id="16" creationId="{CC38A7F2-9E57-4F19-E412-2B1B27B284C8}"/>
          </ac:grpSpMkLst>
        </pc:grpChg>
        <pc:grpChg chg="add del mod">
          <ac:chgData name="FAKHER Bouchra" userId="53efe934-bf4d-4471-a992-12d4e4ab3dad" providerId="ADAL" clId="{E42F5C69-2624-46BE-9C56-04E623441414}" dt="2022-05-21T12:25:38.948" v="2698"/>
          <ac:grpSpMkLst>
            <pc:docMk/>
            <pc:sldMk cId="1453362850" sldId="295"/>
            <ac:grpSpMk id="17" creationId="{906A72B1-ECED-BDBD-09F9-6699068B0DEB}"/>
          </ac:grpSpMkLst>
        </pc:grpChg>
        <pc:grpChg chg="add del mod">
          <ac:chgData name="FAKHER Bouchra" userId="53efe934-bf4d-4471-a992-12d4e4ab3dad" providerId="ADAL" clId="{E42F5C69-2624-46BE-9C56-04E623441414}" dt="2022-05-21T15:29:44.129" v="4443" actId="165"/>
          <ac:grpSpMkLst>
            <pc:docMk/>
            <pc:sldMk cId="1453362850" sldId="295"/>
            <ac:grpSpMk id="19" creationId="{E332F225-53A0-0BFF-8114-AA74FCA5F4C7}"/>
          </ac:grpSpMkLst>
        </pc:grpChg>
        <pc:grpChg chg="add del mod">
          <ac:chgData name="FAKHER Bouchra" userId="53efe934-bf4d-4471-a992-12d4e4ab3dad" providerId="ADAL" clId="{E42F5C69-2624-46BE-9C56-04E623441414}" dt="2022-05-21T12:25:38.948" v="2698"/>
          <ac:grpSpMkLst>
            <pc:docMk/>
            <pc:sldMk cId="1453362850" sldId="295"/>
            <ac:grpSpMk id="20" creationId="{8B783329-19B8-23BF-F2C9-F46204361F57}"/>
          </ac:grpSpMkLst>
        </pc:grpChg>
        <pc:grpChg chg="add del mod">
          <ac:chgData name="FAKHER Bouchra" userId="53efe934-bf4d-4471-a992-12d4e4ab3dad" providerId="ADAL" clId="{E42F5C69-2624-46BE-9C56-04E623441414}" dt="2022-05-21T15:29:47.464" v="4444" actId="165"/>
          <ac:grpSpMkLst>
            <pc:docMk/>
            <pc:sldMk cId="1453362850" sldId="295"/>
            <ac:grpSpMk id="22" creationId="{4E0D28A8-CB56-BF84-9E78-EA30D4B215E0}"/>
          </ac:grpSpMkLst>
        </pc:grpChg>
        <pc:grpChg chg="add del mod">
          <ac:chgData name="FAKHER Bouchra" userId="53efe934-bf4d-4471-a992-12d4e4ab3dad" providerId="ADAL" clId="{E42F5C69-2624-46BE-9C56-04E623441414}" dt="2022-05-21T12:25:38.948" v="2698"/>
          <ac:grpSpMkLst>
            <pc:docMk/>
            <pc:sldMk cId="1453362850" sldId="295"/>
            <ac:grpSpMk id="23" creationId="{FF55116A-433E-9EAE-3FFE-F4245DE91298}"/>
          </ac:grpSpMkLst>
        </pc:grpChg>
        <pc:grpChg chg="add del mod">
          <ac:chgData name="FAKHER Bouchra" userId="53efe934-bf4d-4471-a992-12d4e4ab3dad" providerId="ADAL" clId="{E42F5C69-2624-46BE-9C56-04E623441414}" dt="2022-05-21T15:29:44.129" v="4443" actId="165"/>
          <ac:grpSpMkLst>
            <pc:docMk/>
            <pc:sldMk cId="1453362850" sldId="295"/>
            <ac:grpSpMk id="25" creationId="{845679FA-1C18-462C-01F0-3DDD58DE1C80}"/>
          </ac:grpSpMkLst>
        </pc:grpChg>
        <pc:grpChg chg="add del mod">
          <ac:chgData name="FAKHER Bouchra" userId="53efe934-bf4d-4471-a992-12d4e4ab3dad" providerId="ADAL" clId="{E42F5C69-2624-46BE-9C56-04E623441414}" dt="2022-05-21T12:25:38.948" v="2698"/>
          <ac:grpSpMkLst>
            <pc:docMk/>
            <pc:sldMk cId="1453362850" sldId="295"/>
            <ac:grpSpMk id="26" creationId="{1F8086CD-3E5C-7D06-AA1A-C7590CE8C18B}"/>
          </ac:grpSpMkLst>
        </pc:grpChg>
        <pc:grpChg chg="add mod">
          <ac:chgData name="FAKHER Bouchra" userId="53efe934-bf4d-4471-a992-12d4e4ab3dad" providerId="ADAL" clId="{E42F5C69-2624-46BE-9C56-04E623441414}" dt="2022-05-21T16:32:36.499" v="5189" actId="164"/>
          <ac:grpSpMkLst>
            <pc:docMk/>
            <pc:sldMk cId="1453362850" sldId="295"/>
            <ac:grpSpMk id="28" creationId="{DB1F020F-C0D4-9406-D9E8-58F8B5F45EC0}"/>
          </ac:grpSpMkLst>
        </pc:grpChg>
        <pc:grpChg chg="add del mod">
          <ac:chgData name="FAKHER Bouchra" userId="53efe934-bf4d-4471-a992-12d4e4ab3dad" providerId="ADAL" clId="{E42F5C69-2624-46BE-9C56-04E623441414}" dt="2022-05-21T12:25:38.948" v="2698"/>
          <ac:grpSpMkLst>
            <pc:docMk/>
            <pc:sldMk cId="1453362850" sldId="295"/>
            <ac:grpSpMk id="29" creationId="{A97EFE1E-B8E0-5553-8533-806781FB46FE}"/>
          </ac:grpSpMkLst>
        </pc:grpChg>
        <pc:grpChg chg="add mod">
          <ac:chgData name="FAKHER Bouchra" userId="53efe934-bf4d-4471-a992-12d4e4ab3dad" providerId="ADAL" clId="{E42F5C69-2624-46BE-9C56-04E623441414}" dt="2022-05-21T16:32:41.634" v="5190" actId="164"/>
          <ac:grpSpMkLst>
            <pc:docMk/>
            <pc:sldMk cId="1453362850" sldId="295"/>
            <ac:grpSpMk id="33" creationId="{BF772025-48C3-E546-66E7-29CB5AB9E527}"/>
          </ac:grpSpMkLst>
        </pc:grpChg>
        <pc:grpChg chg="add mod">
          <ac:chgData name="FAKHER Bouchra" userId="53efe934-bf4d-4471-a992-12d4e4ab3dad" providerId="ADAL" clId="{E42F5C69-2624-46BE-9C56-04E623441414}" dt="2022-05-21T18:31:48.990" v="5327" actId="14100"/>
          <ac:grpSpMkLst>
            <pc:docMk/>
            <pc:sldMk cId="1453362850" sldId="295"/>
            <ac:grpSpMk id="34" creationId="{752A39E9-704F-A922-71AF-5FE132756ED4}"/>
          </ac:grpSpMkLst>
        </pc:grpChg>
        <pc:graphicFrameChg chg="add mod modGraphic">
          <ac:chgData name="FAKHER Bouchra" userId="53efe934-bf4d-4471-a992-12d4e4ab3dad" providerId="ADAL" clId="{E42F5C69-2624-46BE-9C56-04E623441414}" dt="2022-05-21T15:40:36.534" v="4716" actId="1038"/>
          <ac:graphicFrameMkLst>
            <pc:docMk/>
            <pc:sldMk cId="1453362850" sldId="295"/>
            <ac:graphicFrameMk id="7" creationId="{C8CACF1D-D901-03C6-FB84-C17500B79BB2}"/>
          </ac:graphicFrameMkLst>
        </pc:graphicFrameChg>
        <pc:graphicFrameChg chg="add del mod modGraphic">
          <ac:chgData name="FAKHER Bouchra" userId="53efe934-bf4d-4471-a992-12d4e4ab3dad" providerId="ADAL" clId="{E42F5C69-2624-46BE-9C56-04E623441414}" dt="2022-05-21T12:23:39.762" v="2666" actId="478"/>
          <ac:graphicFrameMkLst>
            <pc:docMk/>
            <pc:sldMk cId="1453362850" sldId="295"/>
            <ac:graphicFrameMk id="16" creationId="{5B8FCB72-8524-1937-3F86-8EB672381B4B}"/>
          </ac:graphicFrameMkLst>
        </pc:graphicFrameChg>
        <pc:cxnChg chg="add mod">
          <ac:chgData name="FAKHER Bouchra" userId="53efe934-bf4d-4471-a992-12d4e4ab3dad" providerId="ADAL" clId="{E42F5C69-2624-46BE-9C56-04E623441414}" dt="2022-05-21T15:40:36.534" v="4716" actId="1038"/>
          <ac:cxnSpMkLst>
            <pc:docMk/>
            <pc:sldMk cId="1453362850" sldId="295"/>
            <ac:cxnSpMk id="32" creationId="{6792A2EF-8793-B630-C290-B409AAD07685}"/>
          </ac:cxnSpMkLst>
        </pc:cxnChg>
      </pc:sldChg>
      <pc:sldChg chg="modSp new del mod">
        <pc:chgData name="FAKHER Bouchra" userId="53efe934-bf4d-4471-a992-12d4e4ab3dad" providerId="ADAL" clId="{E42F5C69-2624-46BE-9C56-04E623441414}" dt="2022-05-21T17:53:08.047" v="5256" actId="47"/>
        <pc:sldMkLst>
          <pc:docMk/>
          <pc:sldMk cId="800446355" sldId="296"/>
        </pc:sldMkLst>
        <pc:spChg chg="mod">
          <ac:chgData name="FAKHER Bouchra" userId="53efe934-bf4d-4471-a992-12d4e4ab3dad" providerId="ADAL" clId="{E42F5C69-2624-46BE-9C56-04E623441414}" dt="2022-05-21T16:53:10.263" v="5234" actId="20577"/>
          <ac:spMkLst>
            <pc:docMk/>
            <pc:sldMk cId="800446355" sldId="296"/>
            <ac:spMk id="2" creationId="{89316013-3328-BFCF-EFF4-E6B9D87774C1}"/>
          </ac:spMkLst>
        </pc:spChg>
      </pc:sldChg>
      <pc:sldChg chg="new del">
        <pc:chgData name="FAKHER Bouchra" userId="53efe934-bf4d-4471-a992-12d4e4ab3dad" providerId="ADAL" clId="{E42F5C69-2624-46BE-9C56-04E623441414}" dt="2022-05-20T12:13:15.152" v="1578" actId="680"/>
        <pc:sldMkLst>
          <pc:docMk/>
          <pc:sldMk cId="1017890758" sldId="296"/>
        </pc:sldMkLst>
      </pc:sldChg>
      <pc:sldMasterChg chg="delSldLayout modSldLayout">
        <pc:chgData name="FAKHER Bouchra" userId="53efe934-bf4d-4471-a992-12d4e4ab3dad" providerId="ADAL" clId="{E42F5C69-2624-46BE-9C56-04E623441414}" dt="2022-05-20T12:02:00.601" v="1503" actId="478"/>
        <pc:sldMasterMkLst>
          <pc:docMk/>
          <pc:sldMasterMk cId="1319493386" sldId="2147483672"/>
        </pc:sldMasterMkLst>
        <pc:sldLayoutChg chg="delSp mod">
          <pc:chgData name="FAKHER Bouchra" userId="53efe934-bf4d-4471-a992-12d4e4ab3dad" providerId="ADAL" clId="{E42F5C69-2624-46BE-9C56-04E623441414}" dt="2022-05-20T12:02:00.601" v="1503" actId="478"/>
          <pc:sldLayoutMkLst>
            <pc:docMk/>
            <pc:sldMasterMk cId="1319493386" sldId="2147483672"/>
            <pc:sldLayoutMk cId="3929585307" sldId="2147483673"/>
          </pc:sldLayoutMkLst>
          <pc:spChg chg="del">
            <ac:chgData name="FAKHER Bouchra" userId="53efe934-bf4d-4471-a992-12d4e4ab3dad" providerId="ADAL" clId="{E42F5C69-2624-46BE-9C56-04E623441414}" dt="2022-05-18T19:30:20.076" v="725" actId="478"/>
            <ac:spMkLst>
              <pc:docMk/>
              <pc:sldMasterMk cId="1319493386" sldId="2147483672"/>
              <pc:sldLayoutMk cId="3929585307" sldId="2147483673"/>
              <ac:spMk id="19" creationId="{5DFE3DA0-4B13-4ACE-9276-351CF360CCE4}"/>
            </ac:spMkLst>
          </pc:spChg>
          <pc:picChg chg="del">
            <ac:chgData name="FAKHER Bouchra" userId="53efe934-bf4d-4471-a992-12d4e4ab3dad" providerId="ADAL" clId="{E42F5C69-2624-46BE-9C56-04E623441414}" dt="2022-05-20T12:02:00.601" v="1503" actId="478"/>
            <ac:picMkLst>
              <pc:docMk/>
              <pc:sldMasterMk cId="1319493386" sldId="2147483672"/>
              <pc:sldLayoutMk cId="3929585307" sldId="2147483673"/>
              <ac:picMk id="17" creationId="{E78EC561-A3EA-4E4F-BB76-93CCBAFA029E}"/>
            </ac:picMkLst>
          </pc:picChg>
          <pc:picChg chg="del">
            <ac:chgData name="FAKHER Bouchra" userId="53efe934-bf4d-4471-a992-12d4e4ab3dad" providerId="ADAL" clId="{E42F5C69-2624-46BE-9C56-04E623441414}" dt="2022-05-20T12:02:00.601" v="1503" actId="478"/>
            <ac:picMkLst>
              <pc:docMk/>
              <pc:sldMasterMk cId="1319493386" sldId="2147483672"/>
              <pc:sldLayoutMk cId="3929585307" sldId="2147483673"/>
              <ac:picMk id="18" creationId="{655D550C-522A-434A-8407-ABEEA65F2DE1}"/>
            </ac:picMkLst>
          </pc:picChg>
          <pc:cxnChg chg="del">
            <ac:chgData name="FAKHER Bouchra" userId="53efe934-bf4d-4471-a992-12d4e4ab3dad" providerId="ADAL" clId="{E42F5C69-2624-46BE-9C56-04E623441414}" dt="2022-05-18T19:30:24.229" v="726" actId="478"/>
            <ac:cxnSpMkLst>
              <pc:docMk/>
              <pc:sldMasterMk cId="1319493386" sldId="2147483672"/>
              <pc:sldLayoutMk cId="3929585307" sldId="2147483673"/>
              <ac:cxnSpMk id="13" creationId="{FD74A0C6-00EF-4CED-9106-A1D05909A067}"/>
            </ac:cxnSpMkLst>
          </pc:cxnChg>
        </pc:sldLayoutChg>
        <pc:sldLayoutChg chg="del">
          <pc:chgData name="FAKHER Bouchra" userId="53efe934-bf4d-4471-a992-12d4e4ab3dad" providerId="ADAL" clId="{E42F5C69-2624-46BE-9C56-04E623441414}" dt="2022-05-18T18:56:51.065" v="24" actId="47"/>
          <pc:sldLayoutMkLst>
            <pc:docMk/>
            <pc:sldMasterMk cId="1319493386" sldId="2147483672"/>
            <pc:sldLayoutMk cId="2938661714" sldId="2147483684"/>
          </pc:sldLayoutMkLst>
        </pc:sldLayoutChg>
      </pc:sldMasterChg>
    </pc:docChg>
  </pc:docChgLst>
  <pc:docChgLst>
    <pc:chgData name="FAKHER Bouchra" userId="53efe934-bf4d-4471-a992-12d4e4ab3dad" providerId="ADAL" clId="{9CA39AA7-2C26-48C1-BEE6-A8CD84C1C9B9}"/>
    <pc:docChg chg="undo custSel modSld sldOrd">
      <pc:chgData name="FAKHER Bouchra" userId="53efe934-bf4d-4471-a992-12d4e4ab3dad" providerId="ADAL" clId="{9CA39AA7-2C26-48C1-BEE6-A8CD84C1C9B9}" dt="2022-05-22T09:39:12.831" v="283" actId="6549"/>
      <pc:docMkLst>
        <pc:docMk/>
      </pc:docMkLst>
      <pc:sldChg chg="modNotesTx">
        <pc:chgData name="FAKHER Bouchra" userId="53efe934-bf4d-4471-a992-12d4e4ab3dad" providerId="ADAL" clId="{9CA39AA7-2C26-48C1-BEE6-A8CD84C1C9B9}" dt="2022-05-21T21:20:41.812" v="2" actId="20577"/>
        <pc:sldMkLst>
          <pc:docMk/>
          <pc:sldMk cId="228731323" sldId="260"/>
        </pc:sldMkLst>
      </pc:sldChg>
      <pc:sldChg chg="modNotesTx">
        <pc:chgData name="FAKHER Bouchra" userId="53efe934-bf4d-4471-a992-12d4e4ab3dad" providerId="ADAL" clId="{9CA39AA7-2C26-48C1-BEE6-A8CD84C1C9B9}" dt="2022-05-21T21:20:52.180" v="3" actId="20577"/>
        <pc:sldMkLst>
          <pc:docMk/>
          <pc:sldMk cId="415751457" sldId="261"/>
        </pc:sldMkLst>
      </pc:sldChg>
      <pc:sldChg chg="modSp mod">
        <pc:chgData name="FAKHER Bouchra" userId="53efe934-bf4d-4471-a992-12d4e4ab3dad" providerId="ADAL" clId="{9CA39AA7-2C26-48C1-BEE6-A8CD84C1C9B9}" dt="2022-05-22T08:19:26.661" v="224" actId="20577"/>
        <pc:sldMkLst>
          <pc:docMk/>
          <pc:sldMk cId="120659488" sldId="262"/>
        </pc:sldMkLst>
        <pc:spChg chg="mod">
          <ac:chgData name="FAKHER Bouchra" userId="53efe934-bf4d-4471-a992-12d4e4ab3dad" providerId="ADAL" clId="{9CA39AA7-2C26-48C1-BEE6-A8CD84C1C9B9}" dt="2022-05-22T08:19:26.661" v="224" actId="20577"/>
          <ac:spMkLst>
            <pc:docMk/>
            <pc:sldMk cId="120659488" sldId="262"/>
            <ac:spMk id="18" creationId="{0467AA99-AF27-4773-9611-1B058D418560}"/>
          </ac:spMkLst>
        </pc:spChg>
        <pc:spChg chg="mod">
          <ac:chgData name="FAKHER Bouchra" userId="53efe934-bf4d-4471-a992-12d4e4ab3dad" providerId="ADAL" clId="{9CA39AA7-2C26-48C1-BEE6-A8CD84C1C9B9}" dt="2022-05-22T08:17:03.789" v="221" actId="20577"/>
          <ac:spMkLst>
            <pc:docMk/>
            <pc:sldMk cId="120659488" sldId="262"/>
            <ac:spMk id="38" creationId="{A24A69F7-C94B-BA5D-D5C7-58B4D7044D88}"/>
          </ac:spMkLst>
        </pc:spChg>
      </pc:sldChg>
      <pc:sldChg chg="modNotesTx">
        <pc:chgData name="FAKHER Bouchra" userId="53efe934-bf4d-4471-a992-12d4e4ab3dad" providerId="ADAL" clId="{9CA39AA7-2C26-48C1-BEE6-A8CD84C1C9B9}" dt="2022-05-21T21:20:38.076" v="0" actId="20577"/>
        <pc:sldMkLst>
          <pc:docMk/>
          <pc:sldMk cId="3687477051" sldId="265"/>
        </pc:sldMkLst>
      </pc:sldChg>
      <pc:sldChg chg="modSp mod modNotesTx">
        <pc:chgData name="FAKHER Bouchra" userId="53efe934-bf4d-4471-a992-12d4e4ab3dad" providerId="ADAL" clId="{9CA39AA7-2C26-48C1-BEE6-A8CD84C1C9B9}" dt="2022-05-22T09:39:12.831" v="283" actId="6549"/>
        <pc:sldMkLst>
          <pc:docMk/>
          <pc:sldMk cId="719815383" sldId="282"/>
        </pc:sldMkLst>
        <pc:spChg chg="mod">
          <ac:chgData name="FAKHER Bouchra" userId="53efe934-bf4d-4471-a992-12d4e4ab3dad" providerId="ADAL" clId="{9CA39AA7-2C26-48C1-BEE6-A8CD84C1C9B9}" dt="2022-05-22T09:39:12.831" v="283" actId="6549"/>
          <ac:spMkLst>
            <pc:docMk/>
            <pc:sldMk cId="719815383" sldId="282"/>
            <ac:spMk id="2" creationId="{00000000-0000-0000-0000-000000000000}"/>
          </ac:spMkLst>
        </pc:spChg>
        <pc:spChg chg="mod">
          <ac:chgData name="FAKHER Bouchra" userId="53efe934-bf4d-4471-a992-12d4e4ab3dad" providerId="ADAL" clId="{9CA39AA7-2C26-48C1-BEE6-A8CD84C1C9B9}" dt="2022-05-22T08:16:54.643" v="220" actId="20577"/>
          <ac:spMkLst>
            <pc:docMk/>
            <pc:sldMk cId="719815383" sldId="282"/>
            <ac:spMk id="76" creationId="{D48F6A74-924E-FDE6-299B-151E2FC85C72}"/>
          </ac:spMkLst>
        </pc:spChg>
        <pc:grpChg chg="mod">
          <ac:chgData name="FAKHER Bouchra" userId="53efe934-bf4d-4471-a992-12d4e4ab3dad" providerId="ADAL" clId="{9CA39AA7-2C26-48C1-BEE6-A8CD84C1C9B9}" dt="2022-05-22T09:22:26.924" v="268" actId="1035"/>
          <ac:grpSpMkLst>
            <pc:docMk/>
            <pc:sldMk cId="719815383" sldId="282"/>
            <ac:grpSpMk id="4" creationId="{84D7DAFA-57F3-62EA-88E2-36EAB8AAA35E}"/>
          </ac:grpSpMkLst>
        </pc:grpChg>
        <pc:grpChg chg="mod">
          <ac:chgData name="FAKHER Bouchra" userId="53efe934-bf4d-4471-a992-12d4e4ab3dad" providerId="ADAL" clId="{9CA39AA7-2C26-48C1-BEE6-A8CD84C1C9B9}" dt="2022-05-22T09:22:26.924" v="268" actId="1035"/>
          <ac:grpSpMkLst>
            <pc:docMk/>
            <pc:sldMk cId="719815383" sldId="282"/>
            <ac:grpSpMk id="7" creationId="{BFFBCEDC-5CD3-7795-964C-B3E1C998B41F}"/>
          </ac:grpSpMkLst>
        </pc:grpChg>
        <pc:grpChg chg="mod">
          <ac:chgData name="FAKHER Bouchra" userId="53efe934-bf4d-4471-a992-12d4e4ab3dad" providerId="ADAL" clId="{9CA39AA7-2C26-48C1-BEE6-A8CD84C1C9B9}" dt="2022-05-22T09:22:26.924" v="268" actId="1035"/>
          <ac:grpSpMkLst>
            <pc:docMk/>
            <pc:sldMk cId="719815383" sldId="282"/>
            <ac:grpSpMk id="9" creationId="{EEBB9290-5C71-6A30-B864-8407483FE3D3}"/>
          </ac:grpSpMkLst>
        </pc:grpChg>
      </pc:sldChg>
      <pc:sldChg chg="modSp mod modNotesTx">
        <pc:chgData name="FAKHER Bouchra" userId="53efe934-bf4d-4471-a992-12d4e4ab3dad" providerId="ADAL" clId="{9CA39AA7-2C26-48C1-BEE6-A8CD84C1C9B9}" dt="2022-05-22T09:22:15.286" v="234" actId="1035"/>
        <pc:sldMkLst>
          <pc:docMk/>
          <pc:sldMk cId="3483703875" sldId="292"/>
        </pc:sldMkLst>
        <pc:spChg chg="mod">
          <ac:chgData name="FAKHER Bouchra" userId="53efe934-bf4d-4471-a992-12d4e4ab3dad" providerId="ADAL" clId="{9CA39AA7-2C26-48C1-BEE6-A8CD84C1C9B9}" dt="2022-05-22T09:17:16.596" v="232" actId="20577"/>
          <ac:spMkLst>
            <pc:docMk/>
            <pc:sldMk cId="3483703875" sldId="292"/>
            <ac:spMk id="29" creationId="{331DE4EF-E874-D686-C27C-FEED8750E2CA}"/>
          </ac:spMkLst>
        </pc:spChg>
        <pc:grpChg chg="mod">
          <ac:chgData name="FAKHER Bouchra" userId="53efe934-bf4d-4471-a992-12d4e4ab3dad" providerId="ADAL" clId="{9CA39AA7-2C26-48C1-BEE6-A8CD84C1C9B9}" dt="2022-05-22T09:22:15.286" v="234" actId="1035"/>
          <ac:grpSpMkLst>
            <pc:docMk/>
            <pc:sldMk cId="3483703875" sldId="292"/>
            <ac:grpSpMk id="10" creationId="{47710500-7264-CC8B-DB30-F5094B22BC3E}"/>
          </ac:grpSpMkLst>
        </pc:grpChg>
        <pc:grpChg chg="mod">
          <ac:chgData name="FAKHER Bouchra" userId="53efe934-bf4d-4471-a992-12d4e4ab3dad" providerId="ADAL" clId="{9CA39AA7-2C26-48C1-BEE6-A8CD84C1C9B9}" dt="2022-05-22T09:22:15.286" v="234" actId="1035"/>
          <ac:grpSpMkLst>
            <pc:docMk/>
            <pc:sldMk cId="3483703875" sldId="292"/>
            <ac:grpSpMk id="13" creationId="{C04C338B-CA7E-921E-6343-E4B616AFFDC9}"/>
          </ac:grpSpMkLst>
        </pc:grpChg>
        <pc:grpChg chg="mod">
          <ac:chgData name="FAKHER Bouchra" userId="53efe934-bf4d-4471-a992-12d4e4ab3dad" providerId="ADAL" clId="{9CA39AA7-2C26-48C1-BEE6-A8CD84C1C9B9}" dt="2022-05-22T09:22:15.286" v="234" actId="1035"/>
          <ac:grpSpMkLst>
            <pc:docMk/>
            <pc:sldMk cId="3483703875" sldId="292"/>
            <ac:grpSpMk id="16" creationId="{025E0029-86FD-DB8C-CB93-C9D946CBED12}"/>
          </ac:grpSpMkLst>
        </pc:grpChg>
        <pc:grpChg chg="mod">
          <ac:chgData name="FAKHER Bouchra" userId="53efe934-bf4d-4471-a992-12d4e4ab3dad" providerId="ADAL" clId="{9CA39AA7-2C26-48C1-BEE6-A8CD84C1C9B9}" dt="2022-05-22T09:22:15.286" v="234" actId="1035"/>
          <ac:grpSpMkLst>
            <pc:docMk/>
            <pc:sldMk cId="3483703875" sldId="292"/>
            <ac:grpSpMk id="27" creationId="{003DF546-0431-8017-E98F-F28480ECA80D}"/>
          </ac:grpSpMkLst>
        </pc:grpChg>
      </pc:sldChg>
      <pc:sldChg chg="ord modNotesTx">
        <pc:chgData name="FAKHER Bouchra" userId="53efe934-bf4d-4471-a992-12d4e4ab3dad" providerId="ADAL" clId="{9CA39AA7-2C26-48C1-BEE6-A8CD84C1C9B9}" dt="2022-05-22T08:58:17.339" v="226"/>
        <pc:sldMkLst>
          <pc:docMk/>
          <pc:sldMk cId="1453362850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EEDF7-916E-4434-9FB9-B9CF9C52B2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0170C-AE4B-463B-9250-DBCDE827DF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5F1D0-3D50-4097-B73F-DE198A2C4694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761E0-D308-4938-86D9-746A90F93C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0845C-C120-4DFB-AA65-A6A25F13D5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6F93-13FE-4F21-9DEC-9E22E933A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01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D3E70-10C2-4B1E-851C-FEF3B662A164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4995A-77F6-4505-9520-3DD859A69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1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58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88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0065" y="1455689"/>
            <a:ext cx="5617002" cy="18879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0065" y="3505756"/>
            <a:ext cx="5617002" cy="1012929"/>
          </a:xfrm>
          <a:prstGeom prst="rect">
            <a:avLst/>
          </a:prstGeom>
        </p:spPr>
        <p:txBody>
          <a:bodyPr tIns="91440">
            <a:normAutofit/>
          </a:bodyPr>
          <a:lstStyle>
            <a:lvl1pPr marL="0" indent="0" algn="l">
              <a:buNone/>
              <a:defRPr sz="1801">
                <a:solidFill>
                  <a:schemeClr val="tx1"/>
                </a:solidFill>
              </a:defRPr>
            </a:lvl1pPr>
            <a:lvl2pPr marL="3429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2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770065" y="3504543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7BBEF4-7D06-4C0F-83AC-7ED09EAECA4F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5091AE-BBE7-44C7-8493-4A6D531B9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59AD739-E177-43D3-99B2-90F3ABF00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2683136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012" y="1457316"/>
            <a:ext cx="3784958" cy="34375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7206" y="1457319"/>
            <a:ext cx="3784958" cy="3437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8143AB0-D9CC-4610-A85A-7FE1B213C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 descr="Circular flowchart outline">
            <a:extLst>
              <a:ext uri="{FF2B5EF4-FFF2-40B4-BE49-F238E27FC236}">
                <a16:creationId xmlns:a16="http://schemas.microsoft.com/office/drawing/2014/main" id="{D4007887-050C-40CD-B57E-756FFF1E36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70D859-F165-479C-BD53-77868C9602A7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BEFD5C5-C59C-4C20-85C6-4D32E5B6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87" y="621639"/>
            <a:ext cx="7718547" cy="694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35B209-0D12-4222-A0D1-583A9DD12CB6}"/>
              </a:ext>
            </a:extLst>
          </p:cNvPr>
          <p:cNvCxnSpPr>
            <a:cxnSpLocks/>
          </p:cNvCxnSpPr>
          <p:nvPr userDrawn="1"/>
        </p:nvCxnSpPr>
        <p:spPr>
          <a:xfrm>
            <a:off x="746187" y="1315718"/>
            <a:ext cx="7718547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25D4A05E-6B44-403F-9C72-742497BA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6B18E4AD-FF7A-44EF-BAB0-2771FF08E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409435940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250" y="1429910"/>
            <a:ext cx="3785616" cy="8019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cap="all" baseline="0">
                <a:solidFill>
                  <a:schemeClr val="accent1"/>
                </a:solidFill>
              </a:defRPr>
            </a:lvl1pPr>
            <a:lvl2pPr marL="342910" indent="0">
              <a:buNone/>
              <a:defRPr sz="1500" b="1"/>
            </a:lvl2pPr>
            <a:lvl3pPr marL="685820" indent="0">
              <a:buNone/>
              <a:defRPr sz="1350" b="1"/>
            </a:lvl3pPr>
            <a:lvl4pPr marL="1028730" indent="0">
              <a:buNone/>
              <a:defRPr sz="1200" b="1"/>
            </a:lvl4pPr>
            <a:lvl5pPr marL="1371639" indent="0">
              <a:buNone/>
              <a:defRPr sz="1200" b="1"/>
            </a:lvl5pPr>
            <a:lvl6pPr marL="1714550" indent="0">
              <a:buNone/>
              <a:defRPr sz="1200" b="1"/>
            </a:lvl6pPr>
            <a:lvl7pPr marL="2057459" indent="0">
              <a:buNone/>
              <a:defRPr sz="1200" b="1"/>
            </a:lvl7pPr>
            <a:lvl8pPr marL="2400369" indent="0">
              <a:buNone/>
              <a:defRPr sz="1200" b="1"/>
            </a:lvl8pPr>
            <a:lvl9pPr marL="2743279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6905" y="1429910"/>
            <a:ext cx="3785616" cy="8022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cap="all" baseline="0">
                <a:solidFill>
                  <a:schemeClr val="accent1"/>
                </a:solidFill>
              </a:defRPr>
            </a:lvl1pPr>
            <a:lvl2pPr marL="342910" indent="0">
              <a:buNone/>
              <a:defRPr sz="1500" b="1"/>
            </a:lvl2pPr>
            <a:lvl3pPr marL="685820" indent="0">
              <a:buNone/>
              <a:defRPr sz="1350" b="1"/>
            </a:lvl3pPr>
            <a:lvl4pPr marL="1028730" indent="0">
              <a:buNone/>
              <a:defRPr sz="1200" b="1"/>
            </a:lvl4pPr>
            <a:lvl5pPr marL="1371639" indent="0">
              <a:buNone/>
              <a:defRPr sz="1200" b="1"/>
            </a:lvl5pPr>
            <a:lvl6pPr marL="1714550" indent="0">
              <a:buNone/>
              <a:defRPr sz="1200" b="1"/>
            </a:lvl6pPr>
            <a:lvl7pPr marL="2057459" indent="0">
              <a:buNone/>
              <a:defRPr sz="1200" b="1"/>
            </a:lvl7pPr>
            <a:lvl8pPr marL="2400369" indent="0">
              <a:buNone/>
              <a:defRPr sz="1200" b="1"/>
            </a:lvl8pPr>
            <a:lvl9pPr marL="2743279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5F83991-A845-4EA5-B1AA-D2C57C44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 descr="Circular flowchart outline">
            <a:extLst>
              <a:ext uri="{FF2B5EF4-FFF2-40B4-BE49-F238E27FC236}">
                <a16:creationId xmlns:a16="http://schemas.microsoft.com/office/drawing/2014/main" id="{52F82208-8C70-49FC-987A-1A97538474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4C8ECB-9245-4848-8CD5-8FE2144D24AC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F71E922B-5676-4CC7-BD5A-ACA0192D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88" y="621639"/>
            <a:ext cx="7718547" cy="694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A1E9BE-11E9-44ED-B579-496FCD5FE2CA}"/>
              </a:ext>
            </a:extLst>
          </p:cNvPr>
          <p:cNvCxnSpPr>
            <a:cxnSpLocks/>
          </p:cNvCxnSpPr>
          <p:nvPr userDrawn="1"/>
        </p:nvCxnSpPr>
        <p:spPr>
          <a:xfrm>
            <a:off x="746188" y="1315718"/>
            <a:ext cx="7718547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67D35ACA-1D90-4C20-A877-8DB923E69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ED1AD05-EEC3-49DE-9728-B26D9B2C68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6ACEAD2-3E69-47E1-9033-3752EF9C7DAC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53250" y="2270116"/>
            <a:ext cx="3784958" cy="34375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2C94335-C2DA-48D8-82CB-A092FE5E56C7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676905" y="2270119"/>
            <a:ext cx="3785616" cy="34375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09730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475454-73D7-447F-8BDB-6AD6D8E3B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 descr="Circular flowchart outline">
            <a:extLst>
              <a:ext uri="{FF2B5EF4-FFF2-40B4-BE49-F238E27FC236}">
                <a16:creationId xmlns:a16="http://schemas.microsoft.com/office/drawing/2014/main" id="{FD014B06-B948-49E4-A1A3-290467400E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A64D70-DFAF-4BD7-AC54-CBE9ABF44428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5DF076-E186-4AC0-8F77-71C50C66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87" y="621639"/>
            <a:ext cx="7718547" cy="694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D9A6D2-5CEB-4156-9E59-BF2E2E880413}"/>
              </a:ext>
            </a:extLst>
          </p:cNvPr>
          <p:cNvCxnSpPr>
            <a:cxnSpLocks/>
          </p:cNvCxnSpPr>
          <p:nvPr userDrawn="1"/>
        </p:nvCxnSpPr>
        <p:spPr>
          <a:xfrm>
            <a:off x="746187" y="1315718"/>
            <a:ext cx="7718547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FE007F8-BB5C-4F01-A4C8-29144087D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4556ED7-DA58-49FA-8B05-5255FAC5F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399284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F89D4-1BAE-4BD1-BEED-AE25809E9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 descr="Circular flowchart outline">
            <a:extLst>
              <a:ext uri="{FF2B5EF4-FFF2-40B4-BE49-F238E27FC236}">
                <a16:creationId xmlns:a16="http://schemas.microsoft.com/office/drawing/2014/main" id="{3B1F5303-F26D-46BF-94B1-EA2DE70A8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83705C-157C-4AC6-8102-3781F59B4ABE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A753773-F9BE-4D8D-AB5C-566ACA4C7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C69E5E-4788-42ED-AF1A-918E2B568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172482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4"/>
            <a:ext cx="2425950" cy="22471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6" y="3205493"/>
            <a:ext cx="2427369" cy="22481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10" indent="0">
              <a:buNone/>
              <a:defRPr sz="1050"/>
            </a:lvl2pPr>
            <a:lvl3pPr marL="685820" indent="0">
              <a:buNone/>
              <a:defRPr sz="900"/>
            </a:lvl3pPr>
            <a:lvl4pPr marL="1028730" indent="0">
              <a:buNone/>
              <a:defRPr sz="750"/>
            </a:lvl4pPr>
            <a:lvl5pPr marL="1371639" indent="0">
              <a:buNone/>
              <a:defRPr sz="750"/>
            </a:lvl5pPr>
            <a:lvl6pPr marL="1714550" indent="0">
              <a:buNone/>
              <a:defRPr sz="750"/>
            </a:lvl6pPr>
            <a:lvl7pPr marL="2057459" indent="0">
              <a:buNone/>
              <a:defRPr sz="750"/>
            </a:lvl7pPr>
            <a:lvl8pPr marL="2400369" indent="0">
              <a:buNone/>
              <a:defRPr sz="750"/>
            </a:lvl8pPr>
            <a:lvl9pPr marL="274327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27B307-EEB0-414A-8071-04F692EC6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 descr="Circular flowchart outline">
            <a:extLst>
              <a:ext uri="{FF2B5EF4-FFF2-40B4-BE49-F238E27FC236}">
                <a16:creationId xmlns:a16="http://schemas.microsoft.com/office/drawing/2014/main" id="{5A9E3ECE-99C5-4A5E-B275-9887D4149F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AB6AAC-7F67-4BE1-AC8D-7A71F2E21223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48C72CE-0906-4BF9-B3B6-6E25FAAC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344F8A1-D0CF-470D-9146-CDF398ECA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937019915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312156" y="812507"/>
            <a:ext cx="2883013" cy="4479361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52" y="1129513"/>
            <a:ext cx="3244935" cy="18305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5"/>
            <a:ext cx="2234998" cy="3866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10" indent="0">
              <a:buNone/>
              <a:defRPr sz="2100"/>
            </a:lvl2pPr>
            <a:lvl3pPr marL="685820" indent="0">
              <a:buNone/>
              <a:defRPr sz="1801"/>
            </a:lvl3pPr>
            <a:lvl4pPr marL="1028730" indent="0">
              <a:buNone/>
              <a:defRPr sz="1500"/>
            </a:lvl4pPr>
            <a:lvl5pPr marL="1371639" indent="0">
              <a:buNone/>
              <a:defRPr sz="1500"/>
            </a:lvl5pPr>
            <a:lvl6pPr marL="1714550" indent="0">
              <a:buNone/>
              <a:defRPr sz="1500"/>
            </a:lvl6pPr>
            <a:lvl7pPr marL="2057459" indent="0">
              <a:buNone/>
              <a:defRPr sz="1500"/>
            </a:lvl7pPr>
            <a:lvl8pPr marL="2400369" indent="0">
              <a:buNone/>
              <a:defRPr sz="1500"/>
            </a:lvl8pPr>
            <a:lvl9pPr marL="2743279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1"/>
            </a:lvl1pPr>
            <a:lvl2pPr marL="342910" indent="0">
              <a:buNone/>
              <a:defRPr sz="1050"/>
            </a:lvl2pPr>
            <a:lvl3pPr marL="685820" indent="0">
              <a:buNone/>
              <a:defRPr sz="900"/>
            </a:lvl3pPr>
            <a:lvl4pPr marL="1028730" indent="0">
              <a:buNone/>
              <a:defRPr sz="750"/>
            </a:lvl4pPr>
            <a:lvl5pPr marL="1371639" indent="0">
              <a:buNone/>
              <a:defRPr sz="750"/>
            </a:lvl5pPr>
            <a:lvl6pPr marL="1714550" indent="0">
              <a:buNone/>
              <a:defRPr sz="750"/>
            </a:lvl6pPr>
            <a:lvl7pPr marL="2057459" indent="0">
              <a:buNone/>
              <a:defRPr sz="750"/>
            </a:lvl7pPr>
            <a:lvl8pPr marL="2400369" indent="0">
              <a:buNone/>
              <a:defRPr sz="750"/>
            </a:lvl8pPr>
            <a:lvl9pPr marL="274327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9"/>
            <a:ext cx="3252420" cy="32012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5C970451-7569-4267-859E-43823D41ED18}" type="datetime3">
              <a:rPr lang="en-US" smtClean="0"/>
              <a:pPr/>
              <a:t>24 January 2024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1B92043-FF02-400F-8EE8-FC0D4F08B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 descr="Circular flowchart outline">
            <a:extLst>
              <a:ext uri="{FF2B5EF4-FFF2-40B4-BE49-F238E27FC236}">
                <a16:creationId xmlns:a16="http://schemas.microsoft.com/office/drawing/2014/main" id="{63808C0E-1656-4F97-B421-7993BDCEA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209FDD-EBC4-46B4-ADAC-04310D4DBC2F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F7F63FCC-81C4-4CC4-8D96-84E33E660230}"/>
              </a:ext>
            </a:extLst>
          </p:cNvPr>
          <p:cNvSpPr txBox="1">
            <a:spLocks/>
          </p:cNvSpPr>
          <p:nvPr userDrawn="1"/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en-US"/>
            </a:defPPr>
            <a:lvl1pPr marL="0" algn="ctr" defTabSz="457200" rtl="0" eaLnBrk="1" latinLnBrk="0" hangingPunct="1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A272F9-23C0-4C9A-A74F-4C3C5E43E59A}" type="datetime3">
              <a:rPr lang="en-US" sz="1400" smtClean="0"/>
              <a:pPr/>
              <a:t>24 January 2024</a:t>
            </a:fld>
            <a:endParaRPr lang="en-US" sz="1400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B3832019-0F5B-4C58-9EF6-F9A6971E8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68000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5" y="2015735"/>
            <a:ext cx="6571343" cy="34506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36F95D-3F27-4293-8FB1-BC7136FFE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 descr="Circular flowchart outline">
            <a:extLst>
              <a:ext uri="{FF2B5EF4-FFF2-40B4-BE49-F238E27FC236}">
                <a16:creationId xmlns:a16="http://schemas.microsoft.com/office/drawing/2014/main" id="{46BAE57A-355A-4BC6-B7C9-06E38BBCA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A3EA0D-C8FC-4749-BBEC-FB381B72DD1E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31DE002-392B-403B-819A-3D77C469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87" y="621639"/>
            <a:ext cx="7718547" cy="694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97E6C9-42A4-4524-A4C2-1740D1B60DDF}"/>
              </a:ext>
            </a:extLst>
          </p:cNvPr>
          <p:cNvCxnSpPr>
            <a:cxnSpLocks/>
          </p:cNvCxnSpPr>
          <p:nvPr userDrawn="1"/>
        </p:nvCxnSpPr>
        <p:spPr>
          <a:xfrm>
            <a:off x="746187" y="1315718"/>
            <a:ext cx="7718547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5DE2CEAC-0A7C-410F-85C3-5D96B344A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9701CC5-41FF-43BC-99E4-7A4DAB41D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</p:spTree>
    <p:extLst>
      <p:ext uri="{BB962C8B-B14F-4D97-AF65-F5344CB8AC3E}">
        <p14:creationId xmlns:p14="http://schemas.microsoft.com/office/powerpoint/2010/main" val="165315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32" y="798976"/>
            <a:ext cx="1103027" cy="4659889"/>
          </a:xfrm>
          <a:prstGeom prst="rect">
            <a:avLst/>
          </a:prstGeo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5" y="798976"/>
            <a:ext cx="5301095" cy="465988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6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D05ECE-E45C-485F-8E3E-44ABDFA9E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31" y="616091"/>
            <a:ext cx="61718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fld id="{BC8FD22C-8D67-4D3C-BFF5-F12DC8EBE27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 descr="Circular flowchart outline">
            <a:extLst>
              <a:ext uri="{FF2B5EF4-FFF2-40B4-BE49-F238E27FC236}">
                <a16:creationId xmlns:a16="http://schemas.microsoft.com/office/drawing/2014/main" id="{C14B9CA9-FE79-4C55-B4F7-0F03AAFC0B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040" y="382121"/>
            <a:ext cx="971519" cy="971519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DA417BC-8245-46E9-8237-51E99406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4" y="6299040"/>
            <a:ext cx="1932251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A272F9-23C0-4C9A-A74F-4C3C5E43E59A}" type="datetime3">
              <a:rPr lang="en-US" smtClean="0"/>
              <a:pPr/>
              <a:t>24 January 2024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CAF4D0F-1190-426E-91CC-B35168B78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996" y="6299048"/>
            <a:ext cx="2226704" cy="309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dirty="0" smtClean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Bouchra Khaled Fakher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1348DF-587C-4DCB-9407-AD706380B990}"/>
              </a:ext>
            </a:extLst>
          </p:cNvPr>
          <p:cNvCxnSpPr>
            <a:cxnSpLocks/>
          </p:cNvCxnSpPr>
          <p:nvPr userDrawn="1"/>
        </p:nvCxnSpPr>
        <p:spPr>
          <a:xfrm>
            <a:off x="0" y="6128413"/>
            <a:ext cx="9144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8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1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49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20" rtl="0" eaLnBrk="1" latinLnBrk="0" hangingPunct="1">
        <a:lnSpc>
          <a:spcPct val="90000"/>
        </a:lnSpc>
        <a:spcBef>
          <a:spcPct val="0"/>
        </a:spcBef>
        <a:buNone/>
        <a:defRPr sz="30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7" indent="-228607" algn="just" defTabSz="68582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20" indent="-228607" algn="l" defTabSz="68582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33" indent="-228607" algn="l" defTabSz="68582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46" indent="-228607" algn="l" defTabSz="68582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59" indent="-228607" algn="l" defTabSz="68582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72" indent="-228607" algn="l" defTabSz="9144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86" indent="-228607" algn="l" defTabSz="9144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99" indent="-228607" algn="l" defTabSz="9144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313" indent="-228607" algn="l" defTabSz="9144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0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20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30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9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50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9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9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79" algn="l" defTabSz="68582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9" Type="http://schemas.openxmlformats.org/officeDocument/2006/relationships/image" Target="../media/image34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37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8" Type="http://schemas.openxmlformats.org/officeDocument/2006/relationships/image" Target="../media/image32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37" Type="http://schemas.openxmlformats.org/officeDocument/2006/relationships/image" Target="../media/image31.png"/><Relationship Id="rId40" Type="http://schemas.openxmlformats.org/officeDocument/2006/relationships/image" Target="../media/image35.png"/><Relationship Id="rId5" Type="http://schemas.openxmlformats.org/officeDocument/2006/relationships/image" Target="../media/image6.png"/><Relationship Id="rId15" Type="http://schemas.openxmlformats.org/officeDocument/2006/relationships/image" Target="../media/image4.sv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0.png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5" Type="http://schemas.openxmlformats.org/officeDocument/2006/relationships/image" Target="../media/image29.png"/><Relationship Id="rId8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.svg"/><Relationship Id="rId18" Type="http://schemas.openxmlformats.org/officeDocument/2006/relationships/image" Target="../media/image46.png"/><Relationship Id="rId3" Type="http://schemas.openxmlformats.org/officeDocument/2006/relationships/image" Target="../media/image39.svg"/><Relationship Id="rId7" Type="http://schemas.openxmlformats.org/officeDocument/2006/relationships/image" Target="../media/image350.png"/><Relationship Id="rId12" Type="http://schemas.openxmlformats.org/officeDocument/2006/relationships/image" Target="../media/image40.png"/><Relationship Id="rId17" Type="http://schemas.openxmlformats.org/officeDocument/2006/relationships/image" Target="../media/image45.svg"/><Relationship Id="rId2" Type="http://schemas.openxmlformats.org/officeDocument/2006/relationships/image" Target="../media/image38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0.png"/><Relationship Id="rId11" Type="http://schemas.openxmlformats.org/officeDocument/2006/relationships/image" Target="../media/image39.png"/><Relationship Id="rId5" Type="http://schemas.openxmlformats.org/officeDocument/2006/relationships/image" Target="../media/image330.png"/><Relationship Id="rId15" Type="http://schemas.openxmlformats.org/officeDocument/2006/relationships/image" Target="../media/image43.svg"/><Relationship Id="rId10" Type="http://schemas.openxmlformats.org/officeDocument/2006/relationships/image" Target="../media/image380.png"/><Relationship Id="rId19" Type="http://schemas.openxmlformats.org/officeDocument/2006/relationships/image" Target="../media/image47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roup 478">
            <a:extLst>
              <a:ext uri="{FF2B5EF4-FFF2-40B4-BE49-F238E27FC236}">
                <a16:creationId xmlns:a16="http://schemas.microsoft.com/office/drawing/2014/main" id="{05D61D66-73F4-6DB3-4DE1-F45E36C69B97}"/>
              </a:ext>
            </a:extLst>
          </p:cNvPr>
          <p:cNvGrpSpPr/>
          <p:nvPr/>
        </p:nvGrpSpPr>
        <p:grpSpPr>
          <a:xfrm>
            <a:off x="5283255" y="1549393"/>
            <a:ext cx="1115534" cy="690189"/>
            <a:chOff x="18245474" y="17458791"/>
            <a:chExt cx="2133077" cy="1208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2D0BA478-42CF-F803-A02C-D11134F69338}"/>
                    </a:ext>
                  </a:extLst>
                </p:cNvPr>
                <p:cNvSpPr txBox="1"/>
                <p:nvPr/>
              </p:nvSpPr>
              <p:spPr>
                <a:xfrm>
                  <a:off x="18245474" y="17458791"/>
                  <a:ext cx="1704100" cy="12087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US" sz="1400" b="1" i="1" ker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>
                                  <m:fPr>
                                    <m:ctrlPr>
                                      <a:rPr lang="en-US" sz="1400" b="1" i="1" ker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ker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ker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sz="1400" b="1" i="1" ker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400" b="1" i="1" ker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e>
                            </m:nary>
                          </m:e>
                          <m:sub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1400" b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400" b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sup>
                        </m:sSubSup>
                      </m:oMath>
                    </m:oMathPara>
                  </a14:m>
                  <a:endParaRPr lang="en-US" sz="1400" b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2D0BA478-42CF-F803-A02C-D11134F693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45474" y="17458791"/>
                  <a:ext cx="1704100" cy="120874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E3C951D0-8713-0AC9-DDB3-3FEA5EB23F8D}"/>
                    </a:ext>
                  </a:extLst>
                </p:cNvPr>
                <p:cNvSpPr txBox="1"/>
                <p:nvPr/>
              </p:nvSpPr>
              <p:spPr>
                <a:xfrm>
                  <a:off x="18922093" y="17716159"/>
                  <a:ext cx="1456458" cy="5727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1" ker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</m:oMath>
                    </m:oMathPara>
                  </a14:m>
                  <a:endParaRPr lang="en-US" sz="1400" b="1" i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E3C951D0-8713-0AC9-DDB3-3FEA5EB23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2093" y="17716159"/>
                  <a:ext cx="1456458" cy="5727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F73DEE6-656E-2CD2-89B9-16F797ADAA0D}"/>
              </a:ext>
            </a:extLst>
          </p:cNvPr>
          <p:cNvSpPr txBox="1"/>
          <p:nvPr/>
        </p:nvSpPr>
        <p:spPr>
          <a:xfrm>
            <a:off x="998763" y="719818"/>
            <a:ext cx="19277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weights to clients according to sorting order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068EBC-FD0B-2922-57B2-742E2B4C48CF}"/>
              </a:ext>
            </a:extLst>
          </p:cNvPr>
          <p:cNvSpPr txBox="1"/>
          <p:nvPr/>
        </p:nvSpPr>
        <p:spPr>
          <a:xfrm>
            <a:off x="3215968" y="757244"/>
            <a:ext cx="12840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loss in ascending order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22B8D-EBDD-024B-33B6-FB77B492B1A7}"/>
              </a:ext>
            </a:extLst>
          </p:cNvPr>
          <p:cNvSpPr/>
          <p:nvPr/>
        </p:nvSpPr>
        <p:spPr>
          <a:xfrm>
            <a:off x="0" y="2"/>
            <a:ext cx="8713250" cy="6438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459" name="Text Box 136">
            <a:extLst>
              <a:ext uri="{FF2B5EF4-FFF2-40B4-BE49-F238E27FC236}">
                <a16:creationId xmlns:a16="http://schemas.microsoft.com/office/drawing/2014/main" id="{3123D494-B87F-4201-4EDC-E9380D4A6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818" y="6083475"/>
            <a:ext cx="189198" cy="267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4176515">
              <a:defRPr/>
            </a:pPr>
            <a:endParaRPr lang="en-US" altLang="pt-PT" sz="1100" i="1" kern="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465" name="Arrow: Curved Right 464">
            <a:extLst>
              <a:ext uri="{FF2B5EF4-FFF2-40B4-BE49-F238E27FC236}">
                <a16:creationId xmlns:a16="http://schemas.microsoft.com/office/drawing/2014/main" id="{8C4C5626-7748-8905-DB20-16126E203DA5}"/>
              </a:ext>
            </a:extLst>
          </p:cNvPr>
          <p:cNvSpPr/>
          <p:nvPr/>
        </p:nvSpPr>
        <p:spPr>
          <a:xfrm flipH="1">
            <a:off x="7792653" y="2260369"/>
            <a:ext cx="853126" cy="2590032"/>
          </a:xfrm>
          <a:prstGeom prst="curvedRightArrow">
            <a:avLst>
              <a:gd name="adj1" fmla="val 21949"/>
              <a:gd name="adj2" fmla="val 50000"/>
              <a:gd name="adj3" fmla="val 25000"/>
            </a:avLst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Arrow: Curved Right 479">
            <a:extLst>
              <a:ext uri="{FF2B5EF4-FFF2-40B4-BE49-F238E27FC236}">
                <a16:creationId xmlns:a16="http://schemas.microsoft.com/office/drawing/2014/main" id="{D90DC15C-DFB0-7E69-70A1-2526B2E88C17}"/>
              </a:ext>
            </a:extLst>
          </p:cNvPr>
          <p:cNvSpPr/>
          <p:nvPr/>
        </p:nvSpPr>
        <p:spPr>
          <a:xfrm>
            <a:off x="28902" y="2117961"/>
            <a:ext cx="853126" cy="2590032"/>
          </a:xfrm>
          <a:prstGeom prst="curvedRightArrow">
            <a:avLst>
              <a:gd name="adj1" fmla="val 21949"/>
              <a:gd name="adj2" fmla="val 50000"/>
              <a:gd name="adj3" fmla="val 25000"/>
            </a:avLst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BD933-6F1B-9201-F3A6-0C7D5D7A050F}"/>
              </a:ext>
            </a:extLst>
          </p:cNvPr>
          <p:cNvSpPr txBox="1"/>
          <p:nvPr/>
        </p:nvSpPr>
        <p:spPr>
          <a:xfrm rot="5400000">
            <a:off x="6641642" y="1157118"/>
            <a:ext cx="2031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Server Side 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5B528A39-E8C0-8847-3DB0-05464DDE1004}"/>
              </a:ext>
            </a:extLst>
          </p:cNvPr>
          <p:cNvSpPr txBox="1"/>
          <p:nvPr/>
        </p:nvSpPr>
        <p:spPr>
          <a:xfrm>
            <a:off x="5392082" y="229393"/>
            <a:ext cx="1266566" cy="47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76515">
              <a:defRPr/>
            </a:pPr>
            <a:r>
              <a:rPr lang="en-US" sz="2400" b="1" i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</a:p>
        </p:txBody>
      </p:sp>
      <p:sp>
        <p:nvSpPr>
          <p:cNvPr id="463" name="Arrow: Left 462">
            <a:extLst>
              <a:ext uri="{FF2B5EF4-FFF2-40B4-BE49-F238E27FC236}">
                <a16:creationId xmlns:a16="http://schemas.microsoft.com/office/drawing/2014/main" id="{F60E69CA-CE4F-A50C-5386-1BA8C1428FA1}"/>
              </a:ext>
            </a:extLst>
          </p:cNvPr>
          <p:cNvSpPr/>
          <p:nvPr/>
        </p:nvSpPr>
        <p:spPr>
          <a:xfrm rot="10800000">
            <a:off x="6220078" y="1806485"/>
            <a:ext cx="284375" cy="185002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6600" kern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46063D5C-828B-56CD-73DA-FE2469492337}"/>
              </a:ext>
            </a:extLst>
          </p:cNvPr>
          <p:cNvGrpSpPr/>
          <p:nvPr/>
        </p:nvGrpSpPr>
        <p:grpSpPr>
          <a:xfrm>
            <a:off x="6528279" y="1500502"/>
            <a:ext cx="663543" cy="789682"/>
            <a:chOff x="20669095" y="10588667"/>
            <a:chExt cx="2292655" cy="1976112"/>
          </a:xfrm>
        </p:grpSpPr>
        <p:sp>
          <p:nvSpPr>
            <p:cNvPr id="834" name="Oval 833">
              <a:extLst>
                <a:ext uri="{FF2B5EF4-FFF2-40B4-BE49-F238E27FC236}">
                  <a16:creationId xmlns:a16="http://schemas.microsoft.com/office/drawing/2014/main" id="{8593261D-AB02-D650-A00B-D480B17887C8}"/>
                </a:ext>
              </a:extLst>
            </p:cNvPr>
            <p:cNvSpPr/>
            <p:nvPr/>
          </p:nvSpPr>
          <p:spPr>
            <a:xfrm>
              <a:off x="21152692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5" name="Oval 834">
              <a:extLst>
                <a:ext uri="{FF2B5EF4-FFF2-40B4-BE49-F238E27FC236}">
                  <a16:creationId xmlns:a16="http://schemas.microsoft.com/office/drawing/2014/main" id="{D67B35E5-0E70-337E-43AF-9C44A2F48BD9}"/>
                </a:ext>
              </a:extLst>
            </p:cNvPr>
            <p:cNvSpPr/>
            <p:nvPr/>
          </p:nvSpPr>
          <p:spPr>
            <a:xfrm>
              <a:off x="21655886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6" name="Oval 835">
              <a:extLst>
                <a:ext uri="{FF2B5EF4-FFF2-40B4-BE49-F238E27FC236}">
                  <a16:creationId xmlns:a16="http://schemas.microsoft.com/office/drawing/2014/main" id="{FC1506E1-0BB7-D281-5234-4AE5CC00CFB7}"/>
                </a:ext>
              </a:extLst>
            </p:cNvPr>
            <p:cNvSpPr/>
            <p:nvPr/>
          </p:nvSpPr>
          <p:spPr>
            <a:xfrm>
              <a:off x="22168170" y="10606756"/>
              <a:ext cx="360001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7" name="Oval 836">
              <a:extLst>
                <a:ext uri="{FF2B5EF4-FFF2-40B4-BE49-F238E27FC236}">
                  <a16:creationId xmlns:a16="http://schemas.microsoft.com/office/drawing/2014/main" id="{B8C923D6-C31E-CB8E-1AE4-59269228F41B}"/>
                </a:ext>
              </a:extLst>
            </p:cNvPr>
            <p:cNvSpPr/>
            <p:nvPr/>
          </p:nvSpPr>
          <p:spPr>
            <a:xfrm>
              <a:off x="21152692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8" name="Oval 837">
              <a:extLst>
                <a:ext uri="{FF2B5EF4-FFF2-40B4-BE49-F238E27FC236}">
                  <a16:creationId xmlns:a16="http://schemas.microsoft.com/office/drawing/2014/main" id="{FED5B1BA-D96B-721F-7CB1-6FD615CDB0B7}"/>
                </a:ext>
              </a:extLst>
            </p:cNvPr>
            <p:cNvSpPr/>
            <p:nvPr/>
          </p:nvSpPr>
          <p:spPr>
            <a:xfrm>
              <a:off x="21655886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" name="Oval 838">
              <a:extLst>
                <a:ext uri="{FF2B5EF4-FFF2-40B4-BE49-F238E27FC236}">
                  <a16:creationId xmlns:a16="http://schemas.microsoft.com/office/drawing/2014/main" id="{058C1196-2DAB-BBC3-B764-C9F5DE7BFCC0}"/>
                </a:ext>
              </a:extLst>
            </p:cNvPr>
            <p:cNvSpPr/>
            <p:nvPr/>
          </p:nvSpPr>
          <p:spPr>
            <a:xfrm>
              <a:off x="22171740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197A425A-EEE8-F8BF-8170-E7F4C8A6DFFC}"/>
                </a:ext>
              </a:extLst>
            </p:cNvPr>
            <p:cNvCxnSpPr>
              <a:cxnSpLocks/>
              <a:stCxn id="834" idx="4"/>
              <a:endCxn id="875" idx="0"/>
            </p:cNvCxnSpPr>
            <p:nvPr/>
          </p:nvCxnSpPr>
          <p:spPr>
            <a:xfrm flipH="1">
              <a:off x="20849095" y="10948667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B7C6721D-0A4C-5094-D621-980F9A9D0D65}"/>
                </a:ext>
              </a:extLst>
            </p:cNvPr>
            <p:cNvCxnSpPr>
              <a:cxnSpLocks/>
              <a:stCxn id="835" idx="4"/>
              <a:endCxn id="871" idx="0"/>
            </p:cNvCxnSpPr>
            <p:nvPr/>
          </p:nvCxnSpPr>
          <p:spPr>
            <a:xfrm flipH="1"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72047ABB-64F1-72FE-619E-AF2390E4CDF3}"/>
                </a:ext>
              </a:extLst>
            </p:cNvPr>
            <p:cNvCxnSpPr>
              <a:cxnSpLocks/>
              <a:stCxn id="835" idx="4"/>
              <a:endCxn id="872" idx="0"/>
            </p:cNvCxnSpPr>
            <p:nvPr/>
          </p:nvCxnSpPr>
          <p:spPr>
            <a:xfrm>
              <a:off x="21835886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3" name="Straight Connector 842">
              <a:extLst>
                <a:ext uri="{FF2B5EF4-FFF2-40B4-BE49-F238E27FC236}">
                  <a16:creationId xmlns:a16="http://schemas.microsoft.com/office/drawing/2014/main" id="{D07FAA77-2EE9-D640-E05B-AB861996A589}"/>
                </a:ext>
              </a:extLst>
            </p:cNvPr>
            <p:cNvCxnSpPr>
              <a:cxnSpLocks/>
              <a:stCxn id="835" idx="4"/>
              <a:endCxn id="873" idx="1"/>
            </p:cNvCxnSpPr>
            <p:nvPr/>
          </p:nvCxnSpPr>
          <p:spPr>
            <a:xfrm>
              <a:off x="21835886" y="10948667"/>
              <a:ext cx="38857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5EAE9029-8729-1B72-9AFC-234596501E15}"/>
                </a:ext>
              </a:extLst>
            </p:cNvPr>
            <p:cNvCxnSpPr>
              <a:cxnSpLocks/>
              <a:stCxn id="835" idx="4"/>
              <a:endCxn id="875" idx="0"/>
            </p:cNvCxnSpPr>
            <p:nvPr/>
          </p:nvCxnSpPr>
          <p:spPr>
            <a:xfrm flipH="1">
              <a:off x="20849095" y="10948667"/>
              <a:ext cx="986791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BFFD0CAF-B070-D7D3-FC46-85F15854D91E}"/>
                </a:ext>
              </a:extLst>
            </p:cNvPr>
            <p:cNvCxnSpPr>
              <a:cxnSpLocks/>
              <a:stCxn id="834" idx="4"/>
              <a:endCxn id="874" idx="1"/>
            </p:cNvCxnSpPr>
            <p:nvPr/>
          </p:nvCxnSpPr>
          <p:spPr>
            <a:xfrm>
              <a:off x="21332692" y="10948667"/>
              <a:ext cx="13217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524D4139-B035-5EDB-D252-BAA1017BAB74}"/>
                </a:ext>
              </a:extLst>
            </p:cNvPr>
            <p:cNvCxnSpPr>
              <a:cxnSpLocks/>
              <a:stCxn id="834" idx="4"/>
              <a:endCxn id="872" idx="0"/>
            </p:cNvCxnSpPr>
            <p:nvPr/>
          </p:nvCxnSpPr>
          <p:spPr>
            <a:xfrm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2B100BDA-DE83-06D1-1431-9C15351C0402}"/>
                </a:ext>
              </a:extLst>
            </p:cNvPr>
            <p:cNvCxnSpPr>
              <a:cxnSpLocks/>
              <a:stCxn id="834" idx="4"/>
              <a:endCxn id="873" idx="1"/>
            </p:cNvCxnSpPr>
            <p:nvPr/>
          </p:nvCxnSpPr>
          <p:spPr>
            <a:xfrm>
              <a:off x="21332692" y="10948667"/>
              <a:ext cx="89176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45609DDF-D0DA-E49A-B8B6-B33B92839AFB}"/>
                </a:ext>
              </a:extLst>
            </p:cNvPr>
            <p:cNvCxnSpPr>
              <a:cxnSpLocks/>
              <a:stCxn id="834" idx="4"/>
              <a:endCxn id="871" idx="0"/>
            </p:cNvCxnSpPr>
            <p:nvPr/>
          </p:nvCxnSpPr>
          <p:spPr>
            <a:xfrm>
              <a:off x="21332692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49" name="Straight Connector 848">
              <a:extLst>
                <a:ext uri="{FF2B5EF4-FFF2-40B4-BE49-F238E27FC236}">
                  <a16:creationId xmlns:a16="http://schemas.microsoft.com/office/drawing/2014/main" id="{551870AF-63DE-FFE0-69C1-CF19E92D2FD8}"/>
                </a:ext>
              </a:extLst>
            </p:cNvPr>
            <p:cNvCxnSpPr>
              <a:cxnSpLocks/>
              <a:stCxn id="835" idx="4"/>
              <a:endCxn id="874" idx="1"/>
            </p:cNvCxnSpPr>
            <p:nvPr/>
          </p:nvCxnSpPr>
          <p:spPr>
            <a:xfrm>
              <a:off x="21835886" y="10948667"/>
              <a:ext cx="81858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0" name="Straight Connector 849">
              <a:extLst>
                <a:ext uri="{FF2B5EF4-FFF2-40B4-BE49-F238E27FC236}">
                  <a16:creationId xmlns:a16="http://schemas.microsoft.com/office/drawing/2014/main" id="{0DEAAC4C-2507-44C4-683F-38D8CE8C3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5482" y="10943294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61448607-F585-395D-8E55-46F21D4ECE45}"/>
                </a:ext>
              </a:extLst>
            </p:cNvPr>
            <p:cNvCxnSpPr>
              <a:cxnSpLocks/>
              <a:stCxn id="836" idx="4"/>
              <a:endCxn id="873" idx="1"/>
            </p:cNvCxnSpPr>
            <p:nvPr/>
          </p:nvCxnSpPr>
          <p:spPr>
            <a:xfrm flipH="1">
              <a:off x="22224461" y="10966756"/>
              <a:ext cx="123709" cy="480006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2" name="Straight Connector 851">
              <a:extLst>
                <a:ext uri="{FF2B5EF4-FFF2-40B4-BE49-F238E27FC236}">
                  <a16:creationId xmlns:a16="http://schemas.microsoft.com/office/drawing/2014/main" id="{1FB9C895-030E-A2B8-A5E5-CC9E01AB66E6}"/>
                </a:ext>
              </a:extLst>
            </p:cNvPr>
            <p:cNvCxnSpPr>
              <a:cxnSpLocks/>
              <a:endCxn id="871" idx="0"/>
            </p:cNvCxnSpPr>
            <p:nvPr/>
          </p:nvCxnSpPr>
          <p:spPr>
            <a:xfrm flipH="1">
              <a:off x="21332692" y="10943294"/>
              <a:ext cx="1006387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0B0F0296-DB96-E333-98F7-94D1F50A7DE7}"/>
                </a:ext>
              </a:extLst>
            </p:cNvPr>
            <p:cNvCxnSpPr>
              <a:cxnSpLocks/>
              <a:endCxn id="872" idx="0"/>
            </p:cNvCxnSpPr>
            <p:nvPr/>
          </p:nvCxnSpPr>
          <p:spPr>
            <a:xfrm flipH="1">
              <a:off x="21835886" y="10943294"/>
              <a:ext cx="503193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CB56F4DB-561A-96EE-4C06-E70BDAB4152C}"/>
                </a:ext>
              </a:extLst>
            </p:cNvPr>
            <p:cNvCxnSpPr>
              <a:cxnSpLocks/>
              <a:endCxn id="875" idx="0"/>
            </p:cNvCxnSpPr>
            <p:nvPr/>
          </p:nvCxnSpPr>
          <p:spPr>
            <a:xfrm flipH="1">
              <a:off x="20849095" y="10943294"/>
              <a:ext cx="1489984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6C4C04BD-F494-9105-0651-620910E4B864}"/>
                </a:ext>
              </a:extLst>
            </p:cNvPr>
            <p:cNvCxnSpPr>
              <a:cxnSpLocks/>
              <a:stCxn id="836" idx="4"/>
              <a:endCxn id="874" idx="1"/>
            </p:cNvCxnSpPr>
            <p:nvPr/>
          </p:nvCxnSpPr>
          <p:spPr>
            <a:xfrm>
              <a:off x="22348170" y="10966756"/>
              <a:ext cx="306301" cy="480006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6" name="Straight Connector 855">
              <a:extLst>
                <a:ext uri="{FF2B5EF4-FFF2-40B4-BE49-F238E27FC236}">
                  <a16:creationId xmlns:a16="http://schemas.microsoft.com/office/drawing/2014/main" id="{69C4BBCD-31A4-0B7B-E29A-10AB9705EBEC}"/>
                </a:ext>
              </a:extLst>
            </p:cNvPr>
            <p:cNvCxnSpPr>
              <a:cxnSpLocks/>
              <a:stCxn id="871" idx="4"/>
              <a:endCxn id="837" idx="0"/>
            </p:cNvCxnSpPr>
            <p:nvPr/>
          </p:nvCxnSpPr>
          <p:spPr>
            <a:xfrm>
              <a:off x="21332692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56E5C3A5-2600-8AAE-3F88-8B154B2E1631}"/>
                </a:ext>
              </a:extLst>
            </p:cNvPr>
            <p:cNvCxnSpPr>
              <a:cxnSpLocks/>
              <a:stCxn id="872" idx="4"/>
              <a:endCxn id="837" idx="0"/>
            </p:cNvCxnSpPr>
            <p:nvPr/>
          </p:nvCxnSpPr>
          <p:spPr>
            <a:xfrm flipH="1"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8" name="Straight Connector 857">
              <a:extLst>
                <a:ext uri="{FF2B5EF4-FFF2-40B4-BE49-F238E27FC236}">
                  <a16:creationId xmlns:a16="http://schemas.microsoft.com/office/drawing/2014/main" id="{A2DD5FD8-6343-6CD2-6ABA-3F047DF09191}"/>
                </a:ext>
              </a:extLst>
            </p:cNvPr>
            <p:cNvCxnSpPr>
              <a:cxnSpLocks/>
              <a:stCxn id="875" idx="4"/>
              <a:endCxn id="837" idx="0"/>
            </p:cNvCxnSpPr>
            <p:nvPr/>
          </p:nvCxnSpPr>
          <p:spPr>
            <a:xfrm>
              <a:off x="20849095" y="11754041"/>
              <a:ext cx="483597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9ED3EFA4-7EFA-D924-A429-DA30DC7053B6}"/>
                </a:ext>
              </a:extLst>
            </p:cNvPr>
            <p:cNvCxnSpPr>
              <a:cxnSpLocks/>
              <a:stCxn id="873" idx="4"/>
              <a:endCxn id="837" idx="0"/>
            </p:cNvCxnSpPr>
            <p:nvPr/>
          </p:nvCxnSpPr>
          <p:spPr>
            <a:xfrm flipH="1"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34B20576-A2E1-93C8-E344-755F75F763DB}"/>
                </a:ext>
              </a:extLst>
            </p:cNvPr>
            <p:cNvCxnSpPr>
              <a:cxnSpLocks/>
              <a:stCxn id="874" idx="4"/>
              <a:endCxn id="837" idx="0"/>
            </p:cNvCxnSpPr>
            <p:nvPr/>
          </p:nvCxnSpPr>
          <p:spPr>
            <a:xfrm flipH="1">
              <a:off x="21332692" y="11754041"/>
              <a:ext cx="144905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41C4F2E3-AC18-60E2-D2AE-04C89D694D33}"/>
                </a:ext>
              </a:extLst>
            </p:cNvPr>
            <p:cNvCxnSpPr>
              <a:cxnSpLocks/>
              <a:stCxn id="871" idx="4"/>
              <a:endCxn id="838" idx="0"/>
            </p:cNvCxnSpPr>
            <p:nvPr/>
          </p:nvCxnSpPr>
          <p:spPr>
            <a:xfrm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912180B7-04F7-7A9C-EFF1-8F360181CC3F}"/>
                </a:ext>
              </a:extLst>
            </p:cNvPr>
            <p:cNvCxnSpPr>
              <a:cxnSpLocks/>
              <a:stCxn id="872" idx="4"/>
              <a:endCxn id="838" idx="0"/>
            </p:cNvCxnSpPr>
            <p:nvPr/>
          </p:nvCxnSpPr>
          <p:spPr>
            <a:xfrm>
              <a:off x="21835886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C3611DDF-0343-33AA-A45D-DB3ED6FC71C2}"/>
                </a:ext>
              </a:extLst>
            </p:cNvPr>
            <p:cNvCxnSpPr>
              <a:cxnSpLocks/>
              <a:stCxn id="875" idx="4"/>
              <a:endCxn id="838" idx="0"/>
            </p:cNvCxnSpPr>
            <p:nvPr/>
          </p:nvCxnSpPr>
          <p:spPr>
            <a:xfrm>
              <a:off x="20849095" y="11754041"/>
              <a:ext cx="986791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8DCCC7D2-81D2-7F83-78E7-C7355A6FB96A}"/>
                </a:ext>
              </a:extLst>
            </p:cNvPr>
            <p:cNvCxnSpPr>
              <a:cxnSpLocks/>
              <a:stCxn id="873" idx="4"/>
              <a:endCxn id="838" idx="0"/>
            </p:cNvCxnSpPr>
            <p:nvPr/>
          </p:nvCxnSpPr>
          <p:spPr>
            <a:xfrm flipH="1"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4DAD7D70-3D3C-BEED-3475-C00EB73C634C}"/>
                </a:ext>
              </a:extLst>
            </p:cNvPr>
            <p:cNvCxnSpPr>
              <a:cxnSpLocks/>
              <a:stCxn id="874" idx="4"/>
              <a:endCxn id="838" idx="0"/>
            </p:cNvCxnSpPr>
            <p:nvPr/>
          </p:nvCxnSpPr>
          <p:spPr>
            <a:xfrm flipH="1">
              <a:off x="21835886" y="11754041"/>
              <a:ext cx="94586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6" name="Straight Connector 865">
              <a:extLst>
                <a:ext uri="{FF2B5EF4-FFF2-40B4-BE49-F238E27FC236}">
                  <a16:creationId xmlns:a16="http://schemas.microsoft.com/office/drawing/2014/main" id="{A7E5AD61-9972-1B4A-AB13-E9639175FBA1}"/>
                </a:ext>
              </a:extLst>
            </p:cNvPr>
            <p:cNvCxnSpPr>
              <a:cxnSpLocks/>
              <a:stCxn id="873" idx="4"/>
              <a:endCxn id="839" idx="0"/>
            </p:cNvCxnSpPr>
            <p:nvPr/>
          </p:nvCxnSpPr>
          <p:spPr>
            <a:xfrm>
              <a:off x="22351740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8DEB1A09-3C47-B405-1951-CE51856A781C}"/>
                </a:ext>
              </a:extLst>
            </p:cNvPr>
            <p:cNvCxnSpPr>
              <a:cxnSpLocks/>
              <a:stCxn id="874" idx="4"/>
              <a:endCxn id="839" idx="0"/>
            </p:cNvCxnSpPr>
            <p:nvPr/>
          </p:nvCxnSpPr>
          <p:spPr>
            <a:xfrm flipH="1">
              <a:off x="22351740" y="11754041"/>
              <a:ext cx="43001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0F6C2166-62C7-3F1E-6C45-592123984023}"/>
                </a:ext>
              </a:extLst>
            </p:cNvPr>
            <p:cNvCxnSpPr>
              <a:cxnSpLocks/>
              <a:stCxn id="872" idx="4"/>
              <a:endCxn id="839" idx="0"/>
            </p:cNvCxnSpPr>
            <p:nvPr/>
          </p:nvCxnSpPr>
          <p:spPr>
            <a:xfrm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09953838-0CE8-B3C3-43D2-FF84A24B0338}"/>
                </a:ext>
              </a:extLst>
            </p:cNvPr>
            <p:cNvCxnSpPr>
              <a:cxnSpLocks/>
              <a:stCxn id="875" idx="4"/>
              <a:endCxn id="839" idx="0"/>
            </p:cNvCxnSpPr>
            <p:nvPr/>
          </p:nvCxnSpPr>
          <p:spPr>
            <a:xfrm>
              <a:off x="20849095" y="11754041"/>
              <a:ext cx="1502645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5E520907-1D4C-E555-DE08-AF07A11AE0CD}"/>
                </a:ext>
              </a:extLst>
            </p:cNvPr>
            <p:cNvCxnSpPr>
              <a:cxnSpLocks/>
              <a:stCxn id="871" idx="4"/>
              <a:endCxn id="839" idx="0"/>
            </p:cNvCxnSpPr>
            <p:nvPr/>
          </p:nvCxnSpPr>
          <p:spPr>
            <a:xfrm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5D6EFB46-F228-47DA-44F7-71B76E253C6A}"/>
                </a:ext>
              </a:extLst>
            </p:cNvPr>
            <p:cNvSpPr/>
            <p:nvPr/>
          </p:nvSpPr>
          <p:spPr>
            <a:xfrm>
              <a:off x="21152692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9594535C-1CB3-42DD-2448-0FF7A632FC06}"/>
                </a:ext>
              </a:extLst>
            </p:cNvPr>
            <p:cNvSpPr/>
            <p:nvPr/>
          </p:nvSpPr>
          <p:spPr>
            <a:xfrm>
              <a:off x="21655886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3" name="Oval 872">
              <a:extLst>
                <a:ext uri="{FF2B5EF4-FFF2-40B4-BE49-F238E27FC236}">
                  <a16:creationId xmlns:a16="http://schemas.microsoft.com/office/drawing/2014/main" id="{46AD149E-B325-B9BF-67B6-6FB5E025A4FF}"/>
                </a:ext>
              </a:extLst>
            </p:cNvPr>
            <p:cNvSpPr/>
            <p:nvPr/>
          </p:nvSpPr>
          <p:spPr>
            <a:xfrm>
              <a:off x="2217174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4" name="Oval 873">
              <a:extLst>
                <a:ext uri="{FF2B5EF4-FFF2-40B4-BE49-F238E27FC236}">
                  <a16:creationId xmlns:a16="http://schemas.microsoft.com/office/drawing/2014/main" id="{D4551FD2-EC9E-FE0C-8C51-F89C67FE065E}"/>
                </a:ext>
              </a:extLst>
            </p:cNvPr>
            <p:cNvSpPr/>
            <p:nvPr/>
          </p:nvSpPr>
          <p:spPr>
            <a:xfrm>
              <a:off x="2260175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5" name="Oval 874">
              <a:extLst>
                <a:ext uri="{FF2B5EF4-FFF2-40B4-BE49-F238E27FC236}">
                  <a16:creationId xmlns:a16="http://schemas.microsoft.com/office/drawing/2014/main" id="{3F17D4C0-64B7-FF65-87DC-FB65A3CD66B3}"/>
                </a:ext>
              </a:extLst>
            </p:cNvPr>
            <p:cNvSpPr/>
            <p:nvPr/>
          </p:nvSpPr>
          <p:spPr>
            <a:xfrm>
              <a:off x="20669095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7067D0-6980-60E3-1049-F3B8C449FD76}"/>
              </a:ext>
            </a:extLst>
          </p:cNvPr>
          <p:cNvGrpSpPr/>
          <p:nvPr/>
        </p:nvGrpSpPr>
        <p:grpSpPr>
          <a:xfrm>
            <a:off x="2920817" y="3955805"/>
            <a:ext cx="614054" cy="528030"/>
            <a:chOff x="285233" y="4866202"/>
            <a:chExt cx="614054" cy="5280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C9AF1D6-38F6-5ECC-84F3-C58B6BF5190E}"/>
                    </a:ext>
                  </a:extLst>
                </p:cNvPr>
                <p:cNvSpPr txBox="1"/>
                <p:nvPr/>
              </p:nvSpPr>
              <p:spPr>
                <a:xfrm>
                  <a:off x="437034" y="4972077"/>
                  <a:ext cx="390556" cy="2202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C9AF1D6-38F6-5ECC-84F3-C58B6BF51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034" y="4972077"/>
                  <a:ext cx="390556" cy="220253"/>
                </a:xfrm>
                <a:prstGeom prst="rect">
                  <a:avLst/>
                </a:prstGeom>
                <a:blipFill>
                  <a:blip r:embed="rId6"/>
                  <a:stretch>
                    <a:fillRect l="-9375" r="-468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C0C6081-73C4-5B0C-4BF1-493D099DBD80}"/>
                    </a:ext>
                  </a:extLst>
                </p:cNvPr>
                <p:cNvSpPr txBox="1"/>
                <p:nvPr/>
              </p:nvSpPr>
              <p:spPr>
                <a:xfrm>
                  <a:off x="285233" y="4866202"/>
                  <a:ext cx="614054" cy="5280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176515">
                    <a:defRPr/>
                  </a:pPr>
                  <a:r>
                    <a:rPr lang="en-US" sz="1400" b="1" i="1" kern="0" dirty="0">
                      <a:solidFill>
                        <a:srgbClr val="165AB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1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𝒍𝒐𝒔𝒔</m:t>
                          </m:r>
                        </m:e>
                        <m:sup>
                          <m:r>
                            <a:rPr lang="en-US" sz="1400" b="1" i="1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a14:m>
                  <a:endParaRPr lang="en-US" sz="1400" b="1" i="1" kern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C0C6081-73C4-5B0C-4BF1-493D099DB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233" y="4866202"/>
                  <a:ext cx="614054" cy="52803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6" name="Arrow: Left 465">
            <a:extLst>
              <a:ext uri="{FF2B5EF4-FFF2-40B4-BE49-F238E27FC236}">
                <a16:creationId xmlns:a16="http://schemas.microsoft.com/office/drawing/2014/main" id="{10153A7E-CF2C-4D0D-0530-1D25E6D19265}"/>
              </a:ext>
            </a:extLst>
          </p:cNvPr>
          <p:cNvSpPr/>
          <p:nvPr/>
        </p:nvSpPr>
        <p:spPr>
          <a:xfrm rot="8500934" flipV="1">
            <a:off x="3182008" y="3989354"/>
            <a:ext cx="1421876" cy="123335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Arrow: Left 466">
            <a:extLst>
              <a:ext uri="{FF2B5EF4-FFF2-40B4-BE49-F238E27FC236}">
                <a16:creationId xmlns:a16="http://schemas.microsoft.com/office/drawing/2014/main" id="{FC6E52CF-29FB-F5B6-4164-7512B988D43B}"/>
              </a:ext>
            </a:extLst>
          </p:cNvPr>
          <p:cNvSpPr/>
          <p:nvPr/>
        </p:nvSpPr>
        <p:spPr>
          <a:xfrm rot="7425187" flipV="1">
            <a:off x="3965753" y="4011441"/>
            <a:ext cx="1089458" cy="113750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" name="Arrow: Left 467">
            <a:extLst>
              <a:ext uri="{FF2B5EF4-FFF2-40B4-BE49-F238E27FC236}">
                <a16:creationId xmlns:a16="http://schemas.microsoft.com/office/drawing/2014/main" id="{A2715705-AAAF-F808-04D8-A5E7E4D3840D}"/>
              </a:ext>
            </a:extLst>
          </p:cNvPr>
          <p:cNvSpPr/>
          <p:nvPr/>
        </p:nvSpPr>
        <p:spPr>
          <a:xfrm rot="3591258" flipV="1">
            <a:off x="4704523" y="4022474"/>
            <a:ext cx="1151125" cy="113750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Arrow: Left 468">
            <a:extLst>
              <a:ext uri="{FF2B5EF4-FFF2-40B4-BE49-F238E27FC236}">
                <a16:creationId xmlns:a16="http://schemas.microsoft.com/office/drawing/2014/main" id="{20FDA903-0765-FE5E-2A05-B43C033A506A}"/>
              </a:ext>
            </a:extLst>
          </p:cNvPr>
          <p:cNvSpPr/>
          <p:nvPr/>
        </p:nvSpPr>
        <p:spPr>
          <a:xfrm rot="2701449" flipV="1">
            <a:off x="4983371" y="3977118"/>
            <a:ext cx="1582798" cy="113750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8800" kern="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86699-C1DD-695B-3CC6-42414CDAC285}"/>
              </a:ext>
            </a:extLst>
          </p:cNvPr>
          <p:cNvSpPr/>
          <p:nvPr/>
        </p:nvSpPr>
        <p:spPr>
          <a:xfrm>
            <a:off x="1138784" y="3328636"/>
            <a:ext cx="6042725" cy="3002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086C6-8DD5-0711-5A50-5049A05BBF23}"/>
              </a:ext>
            </a:extLst>
          </p:cNvPr>
          <p:cNvSpPr txBox="1"/>
          <p:nvPr/>
        </p:nvSpPr>
        <p:spPr>
          <a:xfrm rot="5400000">
            <a:off x="6573596" y="4400072"/>
            <a:ext cx="1871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Side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9D034A-D8BF-D1ED-E690-6A891A1BEFBB}"/>
              </a:ext>
            </a:extLst>
          </p:cNvPr>
          <p:cNvGrpSpPr/>
          <p:nvPr/>
        </p:nvGrpSpPr>
        <p:grpSpPr>
          <a:xfrm>
            <a:off x="4833849" y="4237901"/>
            <a:ext cx="542358" cy="413080"/>
            <a:chOff x="285232" y="4310646"/>
            <a:chExt cx="542358" cy="413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EEA5E16-6286-9330-41B6-CAAB1E587BB7}"/>
                    </a:ext>
                  </a:extLst>
                </p:cNvPr>
                <p:cNvSpPr txBox="1"/>
                <p:nvPr/>
              </p:nvSpPr>
              <p:spPr>
                <a:xfrm>
                  <a:off x="437034" y="4503473"/>
                  <a:ext cx="390556" cy="2202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165AB6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165AB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EEA5E16-6286-9330-41B6-CAAB1E587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034" y="4503473"/>
                  <a:ext cx="390556" cy="220253"/>
                </a:xfrm>
                <a:prstGeom prst="rect">
                  <a:avLst/>
                </a:prstGeom>
                <a:blipFill>
                  <a:blip r:embed="rId8"/>
                  <a:stretch>
                    <a:fillRect l="-9375" r="-3125"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FC3DF4-C957-F63F-469C-784A01B3472E}"/>
                    </a:ext>
                  </a:extLst>
                </p:cNvPr>
                <p:cNvSpPr txBox="1"/>
                <p:nvPr/>
              </p:nvSpPr>
              <p:spPr>
                <a:xfrm>
                  <a:off x="285232" y="4310646"/>
                  <a:ext cx="506985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165AB6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165AB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FC3DF4-C957-F63F-469C-784A01B34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232" y="4310646"/>
                  <a:ext cx="506985" cy="312586"/>
                </a:xfrm>
                <a:prstGeom prst="rect">
                  <a:avLst/>
                </a:prstGeom>
                <a:blipFill>
                  <a:blip r:embed="rId9"/>
                  <a:stretch>
                    <a:fillRect r="-192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B6E563-A42F-F827-81B0-2C71E29D5F01}"/>
              </a:ext>
            </a:extLst>
          </p:cNvPr>
          <p:cNvGrpSpPr/>
          <p:nvPr/>
        </p:nvGrpSpPr>
        <p:grpSpPr>
          <a:xfrm>
            <a:off x="6045209" y="4039218"/>
            <a:ext cx="631324" cy="419022"/>
            <a:chOff x="935368" y="5355189"/>
            <a:chExt cx="631324" cy="4190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727DEBA-8E43-8227-34BE-C696CF3A2547}"/>
                    </a:ext>
                  </a:extLst>
                </p:cNvPr>
                <p:cNvSpPr txBox="1"/>
                <p:nvPr/>
              </p:nvSpPr>
              <p:spPr>
                <a:xfrm>
                  <a:off x="942359" y="5355189"/>
                  <a:ext cx="574434" cy="315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p>
                        </m:sSup>
                      </m:oMath>
                    </m:oMathPara>
                  </a14:m>
                  <a:endParaRPr lang="en-US" sz="1400" b="1" i="1" kern="0" dirty="0">
                    <a:solidFill>
                      <a:srgbClr val="6CA6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727DEBA-8E43-8227-34BE-C696CF3A2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359" y="5355189"/>
                  <a:ext cx="574434" cy="31585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AAD29EB-6CA0-3753-6D4E-61B610D9E6BD}"/>
                    </a:ext>
                  </a:extLst>
                </p:cNvPr>
                <p:cNvSpPr txBox="1"/>
                <p:nvPr/>
              </p:nvSpPr>
              <p:spPr>
                <a:xfrm>
                  <a:off x="935368" y="5550688"/>
                  <a:ext cx="631324" cy="2235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6CA62C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p>
                        </m:sSup>
                      </m:oMath>
                    </m:oMathPara>
                  </a14:m>
                  <a:endParaRPr lang="en-US" sz="1400" b="1" i="1" kern="0" dirty="0">
                    <a:solidFill>
                      <a:srgbClr val="6CA6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AAD29EB-6CA0-3753-6D4E-61B610D9E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368" y="5550688"/>
                  <a:ext cx="631324" cy="223523"/>
                </a:xfrm>
                <a:prstGeom prst="rect">
                  <a:avLst/>
                </a:prstGeom>
                <a:blipFill>
                  <a:blip r:embed="rId11"/>
                  <a:stretch>
                    <a:fillRect t="-2703"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6F87A9-79B4-44BC-9EB1-A18050636CD0}"/>
              </a:ext>
            </a:extLst>
          </p:cNvPr>
          <p:cNvGrpSpPr/>
          <p:nvPr/>
        </p:nvGrpSpPr>
        <p:grpSpPr>
          <a:xfrm>
            <a:off x="3715785" y="4106821"/>
            <a:ext cx="547112" cy="443706"/>
            <a:chOff x="633330" y="4963604"/>
            <a:chExt cx="547112" cy="443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3F9962-4890-EB01-EBD8-CA3DDCD32B0C}"/>
                    </a:ext>
                  </a:extLst>
                </p:cNvPr>
                <p:cNvSpPr txBox="1"/>
                <p:nvPr/>
              </p:nvSpPr>
              <p:spPr>
                <a:xfrm>
                  <a:off x="633330" y="5094724"/>
                  <a:ext cx="547112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6C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3F9962-4890-EB01-EBD8-CA3DDCD3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330" y="5094724"/>
                  <a:ext cx="547112" cy="312586"/>
                </a:xfrm>
                <a:prstGeom prst="rect">
                  <a:avLst/>
                </a:prstGeom>
                <a:blipFill>
                  <a:blip r:embed="rId12"/>
                  <a:stretch>
                    <a:fillRect r="-112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59227-9DE7-F742-37D6-5161D50BCB33}"/>
                    </a:ext>
                  </a:extLst>
                </p:cNvPr>
                <p:cNvSpPr txBox="1"/>
                <p:nvPr/>
              </p:nvSpPr>
              <p:spPr>
                <a:xfrm>
                  <a:off x="762694" y="4963604"/>
                  <a:ext cx="390556" cy="2202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6C000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6C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6C59227-9DE7-F742-37D6-5161D50BC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694" y="4963604"/>
                  <a:ext cx="390556" cy="220253"/>
                </a:xfrm>
                <a:prstGeom prst="rect">
                  <a:avLst/>
                </a:prstGeom>
                <a:blipFill>
                  <a:blip r:embed="rId13"/>
                  <a:stretch>
                    <a:fillRect l="-9375" r="-3125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3C80218E-273D-4005-3C95-D635CFC0CEFE}"/>
              </a:ext>
            </a:extLst>
          </p:cNvPr>
          <p:cNvGrpSpPr/>
          <p:nvPr/>
        </p:nvGrpSpPr>
        <p:grpSpPr>
          <a:xfrm>
            <a:off x="2830222" y="4668094"/>
            <a:ext cx="638408" cy="579939"/>
            <a:chOff x="20669095" y="10588667"/>
            <a:chExt cx="2292655" cy="1976112"/>
          </a:xfrm>
        </p:grpSpPr>
        <p:sp>
          <p:nvSpPr>
            <p:cNvPr id="792" name="Oval 791">
              <a:extLst>
                <a:ext uri="{FF2B5EF4-FFF2-40B4-BE49-F238E27FC236}">
                  <a16:creationId xmlns:a16="http://schemas.microsoft.com/office/drawing/2014/main" id="{40EC1580-0385-A0A1-AE22-BE97A968EBAF}"/>
                </a:ext>
              </a:extLst>
            </p:cNvPr>
            <p:cNvSpPr/>
            <p:nvPr/>
          </p:nvSpPr>
          <p:spPr>
            <a:xfrm>
              <a:off x="21152692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3" name="Oval 792">
              <a:extLst>
                <a:ext uri="{FF2B5EF4-FFF2-40B4-BE49-F238E27FC236}">
                  <a16:creationId xmlns:a16="http://schemas.microsoft.com/office/drawing/2014/main" id="{E8825D69-E57D-03EC-5738-9743360905BF}"/>
                </a:ext>
              </a:extLst>
            </p:cNvPr>
            <p:cNvSpPr/>
            <p:nvPr/>
          </p:nvSpPr>
          <p:spPr>
            <a:xfrm>
              <a:off x="21655886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23973419-1EAD-072B-8A6D-EB3697FAC92D}"/>
                </a:ext>
              </a:extLst>
            </p:cNvPr>
            <p:cNvSpPr/>
            <p:nvPr/>
          </p:nvSpPr>
          <p:spPr>
            <a:xfrm>
              <a:off x="22171740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5" name="Oval 794">
              <a:extLst>
                <a:ext uri="{FF2B5EF4-FFF2-40B4-BE49-F238E27FC236}">
                  <a16:creationId xmlns:a16="http://schemas.microsoft.com/office/drawing/2014/main" id="{455B2F0B-05B9-4D39-5969-4096F775A406}"/>
                </a:ext>
              </a:extLst>
            </p:cNvPr>
            <p:cNvSpPr/>
            <p:nvPr/>
          </p:nvSpPr>
          <p:spPr>
            <a:xfrm>
              <a:off x="21152692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C339ACB7-E151-EA1E-ABCB-A4E0330762D3}"/>
                </a:ext>
              </a:extLst>
            </p:cNvPr>
            <p:cNvSpPr/>
            <p:nvPr/>
          </p:nvSpPr>
          <p:spPr>
            <a:xfrm>
              <a:off x="21655886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7" name="Oval 796">
              <a:extLst>
                <a:ext uri="{FF2B5EF4-FFF2-40B4-BE49-F238E27FC236}">
                  <a16:creationId xmlns:a16="http://schemas.microsoft.com/office/drawing/2014/main" id="{8E86145D-BF75-0F82-02C8-5869B94B652A}"/>
                </a:ext>
              </a:extLst>
            </p:cNvPr>
            <p:cNvSpPr/>
            <p:nvPr/>
          </p:nvSpPr>
          <p:spPr>
            <a:xfrm>
              <a:off x="22171740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05412AEB-A67A-E2E7-AB24-B64EB74EB705}"/>
                </a:ext>
              </a:extLst>
            </p:cNvPr>
            <p:cNvCxnSpPr>
              <a:cxnSpLocks/>
              <a:stCxn id="792" idx="4"/>
              <a:endCxn id="833" idx="0"/>
            </p:cNvCxnSpPr>
            <p:nvPr/>
          </p:nvCxnSpPr>
          <p:spPr>
            <a:xfrm flipH="1">
              <a:off x="20849095" y="10948667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799" name="Straight Connector 798">
              <a:extLst>
                <a:ext uri="{FF2B5EF4-FFF2-40B4-BE49-F238E27FC236}">
                  <a16:creationId xmlns:a16="http://schemas.microsoft.com/office/drawing/2014/main" id="{CA11BACA-CAE8-DC41-96D9-9B441C9E2F04}"/>
                </a:ext>
              </a:extLst>
            </p:cNvPr>
            <p:cNvCxnSpPr>
              <a:cxnSpLocks/>
              <a:stCxn id="793" idx="4"/>
              <a:endCxn id="829" idx="0"/>
            </p:cNvCxnSpPr>
            <p:nvPr/>
          </p:nvCxnSpPr>
          <p:spPr>
            <a:xfrm flipH="1"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0" name="Straight Connector 799">
              <a:extLst>
                <a:ext uri="{FF2B5EF4-FFF2-40B4-BE49-F238E27FC236}">
                  <a16:creationId xmlns:a16="http://schemas.microsoft.com/office/drawing/2014/main" id="{BEF76B42-2C28-DBCB-E35D-19352814A749}"/>
                </a:ext>
              </a:extLst>
            </p:cNvPr>
            <p:cNvCxnSpPr>
              <a:cxnSpLocks/>
              <a:stCxn id="793" idx="4"/>
              <a:endCxn id="830" idx="0"/>
            </p:cNvCxnSpPr>
            <p:nvPr/>
          </p:nvCxnSpPr>
          <p:spPr>
            <a:xfrm>
              <a:off x="21835886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1" name="Straight Connector 800">
              <a:extLst>
                <a:ext uri="{FF2B5EF4-FFF2-40B4-BE49-F238E27FC236}">
                  <a16:creationId xmlns:a16="http://schemas.microsoft.com/office/drawing/2014/main" id="{C9A17566-7546-4DA2-4E26-B4601741018A}"/>
                </a:ext>
              </a:extLst>
            </p:cNvPr>
            <p:cNvCxnSpPr>
              <a:cxnSpLocks/>
              <a:stCxn id="793" idx="4"/>
              <a:endCxn id="831" idx="1"/>
            </p:cNvCxnSpPr>
            <p:nvPr/>
          </p:nvCxnSpPr>
          <p:spPr>
            <a:xfrm>
              <a:off x="21835886" y="10948667"/>
              <a:ext cx="38857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2" name="Straight Connector 801">
              <a:extLst>
                <a:ext uri="{FF2B5EF4-FFF2-40B4-BE49-F238E27FC236}">
                  <a16:creationId xmlns:a16="http://schemas.microsoft.com/office/drawing/2014/main" id="{E7D25BF0-E0E4-9D2D-00EC-D5A630A60140}"/>
                </a:ext>
              </a:extLst>
            </p:cNvPr>
            <p:cNvCxnSpPr>
              <a:cxnSpLocks/>
              <a:stCxn id="793" idx="4"/>
              <a:endCxn id="833" idx="0"/>
            </p:cNvCxnSpPr>
            <p:nvPr/>
          </p:nvCxnSpPr>
          <p:spPr>
            <a:xfrm flipH="1">
              <a:off x="20849095" y="10948667"/>
              <a:ext cx="986791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84FA1CEF-FCBE-7E00-3662-C9EA1FECB28A}"/>
                </a:ext>
              </a:extLst>
            </p:cNvPr>
            <p:cNvCxnSpPr>
              <a:cxnSpLocks/>
              <a:stCxn id="792" idx="4"/>
              <a:endCxn id="832" idx="1"/>
            </p:cNvCxnSpPr>
            <p:nvPr/>
          </p:nvCxnSpPr>
          <p:spPr>
            <a:xfrm>
              <a:off x="21332692" y="10948667"/>
              <a:ext cx="13217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4" name="Straight Connector 803">
              <a:extLst>
                <a:ext uri="{FF2B5EF4-FFF2-40B4-BE49-F238E27FC236}">
                  <a16:creationId xmlns:a16="http://schemas.microsoft.com/office/drawing/2014/main" id="{9369E916-2955-9846-3A08-2804E504B3DF}"/>
                </a:ext>
              </a:extLst>
            </p:cNvPr>
            <p:cNvCxnSpPr>
              <a:cxnSpLocks/>
              <a:stCxn id="792" idx="4"/>
              <a:endCxn id="830" idx="0"/>
            </p:cNvCxnSpPr>
            <p:nvPr/>
          </p:nvCxnSpPr>
          <p:spPr>
            <a:xfrm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5" name="Straight Connector 804">
              <a:extLst>
                <a:ext uri="{FF2B5EF4-FFF2-40B4-BE49-F238E27FC236}">
                  <a16:creationId xmlns:a16="http://schemas.microsoft.com/office/drawing/2014/main" id="{A5208BBC-629C-C48E-CAF6-7B1A4768BECC}"/>
                </a:ext>
              </a:extLst>
            </p:cNvPr>
            <p:cNvCxnSpPr>
              <a:cxnSpLocks/>
              <a:stCxn id="792" idx="4"/>
              <a:endCxn id="831" idx="1"/>
            </p:cNvCxnSpPr>
            <p:nvPr/>
          </p:nvCxnSpPr>
          <p:spPr>
            <a:xfrm>
              <a:off x="21332692" y="10948667"/>
              <a:ext cx="89176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1CC1B8DF-9A27-CD0D-B39F-362A2B08E7AF}"/>
                </a:ext>
              </a:extLst>
            </p:cNvPr>
            <p:cNvCxnSpPr>
              <a:cxnSpLocks/>
              <a:stCxn id="792" idx="4"/>
              <a:endCxn id="829" idx="0"/>
            </p:cNvCxnSpPr>
            <p:nvPr/>
          </p:nvCxnSpPr>
          <p:spPr>
            <a:xfrm>
              <a:off x="21332692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AD5AB11E-58A9-7DEE-B902-ACDE230F2F5E}"/>
                </a:ext>
              </a:extLst>
            </p:cNvPr>
            <p:cNvCxnSpPr>
              <a:cxnSpLocks/>
              <a:stCxn id="793" idx="4"/>
              <a:endCxn id="832" idx="1"/>
            </p:cNvCxnSpPr>
            <p:nvPr/>
          </p:nvCxnSpPr>
          <p:spPr>
            <a:xfrm>
              <a:off x="21835886" y="10948667"/>
              <a:ext cx="81858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87507215-E9C0-13DA-7578-5FFD96334B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5482" y="10943294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E858D0D1-0EB4-F287-E4BB-CF016449877E}"/>
                </a:ext>
              </a:extLst>
            </p:cNvPr>
            <p:cNvCxnSpPr>
              <a:cxnSpLocks/>
              <a:stCxn id="794" idx="4"/>
              <a:endCxn id="831" idx="1"/>
            </p:cNvCxnSpPr>
            <p:nvPr/>
          </p:nvCxnSpPr>
          <p:spPr>
            <a:xfrm flipH="1">
              <a:off x="22224461" y="10948667"/>
              <a:ext cx="1272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0" name="Straight Connector 809">
              <a:extLst>
                <a:ext uri="{FF2B5EF4-FFF2-40B4-BE49-F238E27FC236}">
                  <a16:creationId xmlns:a16="http://schemas.microsoft.com/office/drawing/2014/main" id="{C55AEA01-41CE-18E6-47F7-6921D22A85EC}"/>
                </a:ext>
              </a:extLst>
            </p:cNvPr>
            <p:cNvCxnSpPr>
              <a:cxnSpLocks/>
              <a:endCxn id="829" idx="0"/>
            </p:cNvCxnSpPr>
            <p:nvPr/>
          </p:nvCxnSpPr>
          <p:spPr>
            <a:xfrm flipH="1">
              <a:off x="21332692" y="10943294"/>
              <a:ext cx="1006387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9541AF41-80F5-ECB0-0241-67F523B7EC3A}"/>
                </a:ext>
              </a:extLst>
            </p:cNvPr>
            <p:cNvCxnSpPr>
              <a:cxnSpLocks/>
              <a:endCxn id="830" idx="0"/>
            </p:cNvCxnSpPr>
            <p:nvPr/>
          </p:nvCxnSpPr>
          <p:spPr>
            <a:xfrm flipH="1">
              <a:off x="21835886" y="10943294"/>
              <a:ext cx="503193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2" name="Straight Connector 811">
              <a:extLst>
                <a:ext uri="{FF2B5EF4-FFF2-40B4-BE49-F238E27FC236}">
                  <a16:creationId xmlns:a16="http://schemas.microsoft.com/office/drawing/2014/main" id="{46DB7807-FA91-BC9F-8D8D-36474914B4D9}"/>
                </a:ext>
              </a:extLst>
            </p:cNvPr>
            <p:cNvCxnSpPr>
              <a:cxnSpLocks/>
              <a:endCxn id="833" idx="0"/>
            </p:cNvCxnSpPr>
            <p:nvPr/>
          </p:nvCxnSpPr>
          <p:spPr>
            <a:xfrm flipH="1">
              <a:off x="20849095" y="10943294"/>
              <a:ext cx="1489984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9F665CCA-A12F-4482-BECF-893F107A7926}"/>
                </a:ext>
              </a:extLst>
            </p:cNvPr>
            <p:cNvCxnSpPr>
              <a:cxnSpLocks/>
              <a:stCxn id="794" idx="4"/>
              <a:endCxn id="832" idx="1"/>
            </p:cNvCxnSpPr>
            <p:nvPr/>
          </p:nvCxnSpPr>
          <p:spPr>
            <a:xfrm>
              <a:off x="22351740" y="10948667"/>
              <a:ext cx="302731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4DF10E37-67D2-2094-B83B-319C4EAF8A35}"/>
                </a:ext>
              </a:extLst>
            </p:cNvPr>
            <p:cNvCxnSpPr>
              <a:cxnSpLocks/>
              <a:stCxn id="829" idx="4"/>
              <a:endCxn id="795" idx="0"/>
            </p:cNvCxnSpPr>
            <p:nvPr/>
          </p:nvCxnSpPr>
          <p:spPr>
            <a:xfrm>
              <a:off x="21332692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95146C0A-6C5D-B446-E5D7-1D0C99F22C3C}"/>
                </a:ext>
              </a:extLst>
            </p:cNvPr>
            <p:cNvCxnSpPr>
              <a:cxnSpLocks/>
              <a:stCxn id="830" idx="4"/>
              <a:endCxn id="795" idx="0"/>
            </p:cNvCxnSpPr>
            <p:nvPr/>
          </p:nvCxnSpPr>
          <p:spPr>
            <a:xfrm flipH="1"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463BF0A9-AFAA-3901-F9EA-2840686B5121}"/>
                </a:ext>
              </a:extLst>
            </p:cNvPr>
            <p:cNvCxnSpPr>
              <a:cxnSpLocks/>
              <a:stCxn id="833" idx="4"/>
              <a:endCxn id="795" idx="0"/>
            </p:cNvCxnSpPr>
            <p:nvPr/>
          </p:nvCxnSpPr>
          <p:spPr>
            <a:xfrm>
              <a:off x="20849095" y="11754041"/>
              <a:ext cx="483597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A18C2A36-CC38-D3C1-ED22-412EFB9F457E}"/>
                </a:ext>
              </a:extLst>
            </p:cNvPr>
            <p:cNvCxnSpPr>
              <a:cxnSpLocks/>
              <a:stCxn id="831" idx="4"/>
              <a:endCxn id="795" idx="0"/>
            </p:cNvCxnSpPr>
            <p:nvPr/>
          </p:nvCxnSpPr>
          <p:spPr>
            <a:xfrm flipH="1"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AA530852-0D1A-AA9D-ED3A-FC5F4D92E11B}"/>
                </a:ext>
              </a:extLst>
            </p:cNvPr>
            <p:cNvCxnSpPr>
              <a:cxnSpLocks/>
              <a:stCxn id="832" idx="4"/>
              <a:endCxn id="795" idx="0"/>
            </p:cNvCxnSpPr>
            <p:nvPr/>
          </p:nvCxnSpPr>
          <p:spPr>
            <a:xfrm flipH="1">
              <a:off x="21332692" y="11754041"/>
              <a:ext cx="144905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34846E24-4A59-EB47-5678-635E3CB9D99D}"/>
                </a:ext>
              </a:extLst>
            </p:cNvPr>
            <p:cNvCxnSpPr>
              <a:cxnSpLocks/>
              <a:stCxn id="829" idx="4"/>
              <a:endCxn id="796" idx="0"/>
            </p:cNvCxnSpPr>
            <p:nvPr/>
          </p:nvCxnSpPr>
          <p:spPr>
            <a:xfrm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0" name="Straight Connector 819">
              <a:extLst>
                <a:ext uri="{FF2B5EF4-FFF2-40B4-BE49-F238E27FC236}">
                  <a16:creationId xmlns:a16="http://schemas.microsoft.com/office/drawing/2014/main" id="{C2811A4A-467E-E2BA-5469-828CC5D8749F}"/>
                </a:ext>
              </a:extLst>
            </p:cNvPr>
            <p:cNvCxnSpPr>
              <a:cxnSpLocks/>
              <a:stCxn id="830" idx="4"/>
              <a:endCxn id="796" idx="0"/>
            </p:cNvCxnSpPr>
            <p:nvPr/>
          </p:nvCxnSpPr>
          <p:spPr>
            <a:xfrm>
              <a:off x="21835886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2EF8BF18-9352-9343-05A9-B6A674C1CEC4}"/>
                </a:ext>
              </a:extLst>
            </p:cNvPr>
            <p:cNvCxnSpPr>
              <a:cxnSpLocks/>
              <a:stCxn id="833" idx="4"/>
              <a:endCxn id="796" idx="0"/>
            </p:cNvCxnSpPr>
            <p:nvPr/>
          </p:nvCxnSpPr>
          <p:spPr>
            <a:xfrm>
              <a:off x="20849095" y="11754041"/>
              <a:ext cx="986791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2" name="Straight Connector 821">
              <a:extLst>
                <a:ext uri="{FF2B5EF4-FFF2-40B4-BE49-F238E27FC236}">
                  <a16:creationId xmlns:a16="http://schemas.microsoft.com/office/drawing/2014/main" id="{30CF136A-4617-9A05-7B2A-69EBCAC0C05B}"/>
                </a:ext>
              </a:extLst>
            </p:cNvPr>
            <p:cNvCxnSpPr>
              <a:cxnSpLocks/>
              <a:stCxn id="831" idx="4"/>
              <a:endCxn id="796" idx="0"/>
            </p:cNvCxnSpPr>
            <p:nvPr/>
          </p:nvCxnSpPr>
          <p:spPr>
            <a:xfrm flipH="1"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DB751DF3-D210-7EB2-7B83-B603AC4CA541}"/>
                </a:ext>
              </a:extLst>
            </p:cNvPr>
            <p:cNvCxnSpPr>
              <a:cxnSpLocks/>
              <a:stCxn id="832" idx="4"/>
              <a:endCxn id="796" idx="0"/>
            </p:cNvCxnSpPr>
            <p:nvPr/>
          </p:nvCxnSpPr>
          <p:spPr>
            <a:xfrm flipH="1">
              <a:off x="21835886" y="11754041"/>
              <a:ext cx="94586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4" name="Straight Connector 823">
              <a:extLst>
                <a:ext uri="{FF2B5EF4-FFF2-40B4-BE49-F238E27FC236}">
                  <a16:creationId xmlns:a16="http://schemas.microsoft.com/office/drawing/2014/main" id="{660CFDA9-AAC3-61AF-3029-39CED87C01D1}"/>
                </a:ext>
              </a:extLst>
            </p:cNvPr>
            <p:cNvCxnSpPr>
              <a:cxnSpLocks/>
              <a:stCxn id="831" idx="4"/>
              <a:endCxn id="797" idx="0"/>
            </p:cNvCxnSpPr>
            <p:nvPr/>
          </p:nvCxnSpPr>
          <p:spPr>
            <a:xfrm>
              <a:off x="22351740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11E6CE81-4C46-C671-67E0-E62D4D4E4ED3}"/>
                </a:ext>
              </a:extLst>
            </p:cNvPr>
            <p:cNvCxnSpPr>
              <a:cxnSpLocks/>
              <a:stCxn id="832" idx="4"/>
              <a:endCxn id="797" idx="0"/>
            </p:cNvCxnSpPr>
            <p:nvPr/>
          </p:nvCxnSpPr>
          <p:spPr>
            <a:xfrm flipH="1">
              <a:off x="22351740" y="11754041"/>
              <a:ext cx="43001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CB82F464-EC5B-E6BA-06AF-BB803864539D}"/>
                </a:ext>
              </a:extLst>
            </p:cNvPr>
            <p:cNvCxnSpPr>
              <a:cxnSpLocks/>
              <a:stCxn id="830" idx="4"/>
              <a:endCxn id="797" idx="0"/>
            </p:cNvCxnSpPr>
            <p:nvPr/>
          </p:nvCxnSpPr>
          <p:spPr>
            <a:xfrm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672BD7C4-408A-BC2D-68B8-2A2A92BF115A}"/>
                </a:ext>
              </a:extLst>
            </p:cNvPr>
            <p:cNvCxnSpPr>
              <a:cxnSpLocks/>
              <a:stCxn id="833" idx="4"/>
              <a:endCxn id="797" idx="0"/>
            </p:cNvCxnSpPr>
            <p:nvPr/>
          </p:nvCxnSpPr>
          <p:spPr>
            <a:xfrm>
              <a:off x="20849095" y="11754041"/>
              <a:ext cx="1502645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7E57FC24-CDF5-0257-0BB8-5B1213377A85}"/>
                </a:ext>
              </a:extLst>
            </p:cNvPr>
            <p:cNvCxnSpPr>
              <a:cxnSpLocks/>
              <a:stCxn id="829" idx="4"/>
              <a:endCxn id="797" idx="0"/>
            </p:cNvCxnSpPr>
            <p:nvPr/>
          </p:nvCxnSpPr>
          <p:spPr>
            <a:xfrm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sp>
          <p:nvSpPr>
            <p:cNvPr id="829" name="Oval 828">
              <a:extLst>
                <a:ext uri="{FF2B5EF4-FFF2-40B4-BE49-F238E27FC236}">
                  <a16:creationId xmlns:a16="http://schemas.microsoft.com/office/drawing/2014/main" id="{03A712A4-F513-D289-8707-7F9FB2599D4B}"/>
                </a:ext>
              </a:extLst>
            </p:cNvPr>
            <p:cNvSpPr/>
            <p:nvPr/>
          </p:nvSpPr>
          <p:spPr>
            <a:xfrm>
              <a:off x="21152692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511F8998-D982-1EB2-D450-9846B46823AE}"/>
                </a:ext>
              </a:extLst>
            </p:cNvPr>
            <p:cNvSpPr/>
            <p:nvPr/>
          </p:nvSpPr>
          <p:spPr>
            <a:xfrm>
              <a:off x="21655886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1" name="Oval 830">
              <a:extLst>
                <a:ext uri="{FF2B5EF4-FFF2-40B4-BE49-F238E27FC236}">
                  <a16:creationId xmlns:a16="http://schemas.microsoft.com/office/drawing/2014/main" id="{4D5C7260-A71D-0592-A012-AB2543206112}"/>
                </a:ext>
              </a:extLst>
            </p:cNvPr>
            <p:cNvSpPr/>
            <p:nvPr/>
          </p:nvSpPr>
          <p:spPr>
            <a:xfrm>
              <a:off x="2217174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2" name="Oval 831">
              <a:extLst>
                <a:ext uri="{FF2B5EF4-FFF2-40B4-BE49-F238E27FC236}">
                  <a16:creationId xmlns:a16="http://schemas.microsoft.com/office/drawing/2014/main" id="{4657A815-2FE4-2E27-9289-B1BD7916796A}"/>
                </a:ext>
              </a:extLst>
            </p:cNvPr>
            <p:cNvSpPr/>
            <p:nvPr/>
          </p:nvSpPr>
          <p:spPr>
            <a:xfrm>
              <a:off x="2260175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3" name="Oval 832">
              <a:extLst>
                <a:ext uri="{FF2B5EF4-FFF2-40B4-BE49-F238E27FC236}">
                  <a16:creationId xmlns:a16="http://schemas.microsoft.com/office/drawing/2014/main" id="{42CFEBFE-5412-BEDD-4A55-C9B73090C65F}"/>
                </a:ext>
              </a:extLst>
            </p:cNvPr>
            <p:cNvSpPr/>
            <p:nvPr/>
          </p:nvSpPr>
          <p:spPr>
            <a:xfrm>
              <a:off x="20669095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71" name="Graphic 470" descr="Smart Phone with solid fill">
            <a:extLst>
              <a:ext uri="{FF2B5EF4-FFF2-40B4-BE49-F238E27FC236}">
                <a16:creationId xmlns:a16="http://schemas.microsoft.com/office/drawing/2014/main" id="{6F5A7581-FFD8-82EA-EC37-18ECC11C65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74072" y="5355097"/>
            <a:ext cx="550708" cy="5904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2D795F-D296-E4D8-D4B5-2036C67C3E26}"/>
                  </a:ext>
                </a:extLst>
              </p:cNvPr>
              <p:cNvSpPr txBox="1"/>
              <p:nvPr/>
            </p:nvSpPr>
            <p:spPr>
              <a:xfrm>
                <a:off x="3004458" y="5923899"/>
                <a:ext cx="31975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b="1" i="0" ker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i="1" kern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2D795F-D296-E4D8-D4B5-2036C67C3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8" y="5923899"/>
                <a:ext cx="319757" cy="375552"/>
              </a:xfrm>
              <a:prstGeom prst="rect">
                <a:avLst/>
              </a:prstGeom>
              <a:blipFill>
                <a:blip r:embed="rId16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2" name="Graphic 471" descr="Laptop with solid fill">
            <a:extLst>
              <a:ext uri="{FF2B5EF4-FFF2-40B4-BE49-F238E27FC236}">
                <a16:creationId xmlns:a16="http://schemas.microsoft.com/office/drawing/2014/main" id="{735CA17A-C963-E3E3-3C53-174AD4C29B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25327" y="5175267"/>
            <a:ext cx="882417" cy="956771"/>
          </a:xfrm>
          <a:prstGeom prst="rect">
            <a:avLst/>
          </a:prstGeom>
        </p:spPr>
      </p:pic>
      <p:grpSp>
        <p:nvGrpSpPr>
          <p:cNvPr id="476" name="Group 475">
            <a:extLst>
              <a:ext uri="{FF2B5EF4-FFF2-40B4-BE49-F238E27FC236}">
                <a16:creationId xmlns:a16="http://schemas.microsoft.com/office/drawing/2014/main" id="{091074F4-2AA9-526F-A4ED-796E3416AA95}"/>
              </a:ext>
            </a:extLst>
          </p:cNvPr>
          <p:cNvGrpSpPr/>
          <p:nvPr/>
        </p:nvGrpSpPr>
        <p:grpSpPr>
          <a:xfrm>
            <a:off x="3747331" y="4668094"/>
            <a:ext cx="638408" cy="579939"/>
            <a:chOff x="20669095" y="10588667"/>
            <a:chExt cx="2292655" cy="1976112"/>
          </a:xfrm>
        </p:grpSpPr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E765D387-F420-C1AB-0C24-57BFE49EE799}"/>
                </a:ext>
              </a:extLst>
            </p:cNvPr>
            <p:cNvSpPr/>
            <p:nvPr/>
          </p:nvSpPr>
          <p:spPr>
            <a:xfrm>
              <a:off x="21152692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B459F9B2-12AE-3982-1964-A5971B972C1A}"/>
                </a:ext>
              </a:extLst>
            </p:cNvPr>
            <p:cNvSpPr/>
            <p:nvPr/>
          </p:nvSpPr>
          <p:spPr>
            <a:xfrm>
              <a:off x="21655886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31931FD5-784B-2D36-5EE1-2C6C82D496C4}"/>
                </a:ext>
              </a:extLst>
            </p:cNvPr>
            <p:cNvSpPr/>
            <p:nvPr/>
          </p:nvSpPr>
          <p:spPr>
            <a:xfrm>
              <a:off x="22171740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D8804240-FF83-D425-C120-0A2E218FBCFE}"/>
                </a:ext>
              </a:extLst>
            </p:cNvPr>
            <p:cNvSpPr/>
            <p:nvPr/>
          </p:nvSpPr>
          <p:spPr>
            <a:xfrm>
              <a:off x="21152692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CECB0713-E0B6-2593-09E9-A5EE4E54411A}"/>
                </a:ext>
              </a:extLst>
            </p:cNvPr>
            <p:cNvSpPr/>
            <p:nvPr/>
          </p:nvSpPr>
          <p:spPr>
            <a:xfrm>
              <a:off x="21655886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1B86E7FA-469E-1AFC-F11A-CD51544A1DC0}"/>
                </a:ext>
              </a:extLst>
            </p:cNvPr>
            <p:cNvSpPr/>
            <p:nvPr/>
          </p:nvSpPr>
          <p:spPr>
            <a:xfrm>
              <a:off x="22171740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F9F7AA69-95CA-1403-3DFF-DF0EC86BD55A}"/>
                </a:ext>
              </a:extLst>
            </p:cNvPr>
            <p:cNvCxnSpPr>
              <a:cxnSpLocks/>
              <a:stCxn id="567" idx="4"/>
              <a:endCxn id="608" idx="0"/>
            </p:cNvCxnSpPr>
            <p:nvPr/>
          </p:nvCxnSpPr>
          <p:spPr>
            <a:xfrm flipH="1">
              <a:off x="20849095" y="10948667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4" name="Straight Connector 573">
              <a:extLst>
                <a:ext uri="{FF2B5EF4-FFF2-40B4-BE49-F238E27FC236}">
                  <a16:creationId xmlns:a16="http://schemas.microsoft.com/office/drawing/2014/main" id="{A840D279-52CA-C4F1-7243-65E8B3E3AC31}"/>
                </a:ext>
              </a:extLst>
            </p:cNvPr>
            <p:cNvCxnSpPr>
              <a:cxnSpLocks/>
              <a:stCxn id="568" idx="4"/>
              <a:endCxn id="604" idx="0"/>
            </p:cNvCxnSpPr>
            <p:nvPr/>
          </p:nvCxnSpPr>
          <p:spPr>
            <a:xfrm flipH="1"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E615B7C6-49AD-AC94-F804-7B13064D8968}"/>
                </a:ext>
              </a:extLst>
            </p:cNvPr>
            <p:cNvCxnSpPr>
              <a:cxnSpLocks/>
              <a:stCxn id="568" idx="4"/>
              <a:endCxn id="605" idx="0"/>
            </p:cNvCxnSpPr>
            <p:nvPr/>
          </p:nvCxnSpPr>
          <p:spPr>
            <a:xfrm>
              <a:off x="21835886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6D0B72E6-032B-8299-54DC-1572084DDFB3}"/>
                </a:ext>
              </a:extLst>
            </p:cNvPr>
            <p:cNvCxnSpPr>
              <a:cxnSpLocks/>
              <a:stCxn id="568" idx="4"/>
              <a:endCxn id="606" idx="1"/>
            </p:cNvCxnSpPr>
            <p:nvPr/>
          </p:nvCxnSpPr>
          <p:spPr>
            <a:xfrm>
              <a:off x="21835886" y="10948667"/>
              <a:ext cx="38857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C8E90D89-BB7A-7D8D-ED4A-7164E45A8BC1}"/>
                </a:ext>
              </a:extLst>
            </p:cNvPr>
            <p:cNvCxnSpPr>
              <a:cxnSpLocks/>
              <a:stCxn id="568" idx="4"/>
              <a:endCxn id="608" idx="0"/>
            </p:cNvCxnSpPr>
            <p:nvPr/>
          </p:nvCxnSpPr>
          <p:spPr>
            <a:xfrm flipH="1">
              <a:off x="20849095" y="10948667"/>
              <a:ext cx="986791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9B36A3DC-94A7-70EA-86FB-5D36F144F944}"/>
                </a:ext>
              </a:extLst>
            </p:cNvPr>
            <p:cNvCxnSpPr>
              <a:cxnSpLocks/>
              <a:stCxn id="567" idx="4"/>
              <a:endCxn id="607" idx="1"/>
            </p:cNvCxnSpPr>
            <p:nvPr/>
          </p:nvCxnSpPr>
          <p:spPr>
            <a:xfrm>
              <a:off x="21332692" y="10948667"/>
              <a:ext cx="13217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2D74BDA7-98E5-0F7A-5F0C-F34E4E82971A}"/>
                </a:ext>
              </a:extLst>
            </p:cNvPr>
            <p:cNvCxnSpPr>
              <a:cxnSpLocks/>
              <a:stCxn id="567" idx="4"/>
              <a:endCxn id="605" idx="0"/>
            </p:cNvCxnSpPr>
            <p:nvPr/>
          </p:nvCxnSpPr>
          <p:spPr>
            <a:xfrm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106428B2-31D9-AA4B-AC03-F8969F8D9380}"/>
                </a:ext>
              </a:extLst>
            </p:cNvPr>
            <p:cNvCxnSpPr>
              <a:cxnSpLocks/>
              <a:stCxn id="567" idx="4"/>
              <a:endCxn id="606" idx="1"/>
            </p:cNvCxnSpPr>
            <p:nvPr/>
          </p:nvCxnSpPr>
          <p:spPr>
            <a:xfrm>
              <a:off x="21332692" y="10948667"/>
              <a:ext cx="89176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DD931F9D-CD08-3432-AF8D-3131A56C6E87}"/>
                </a:ext>
              </a:extLst>
            </p:cNvPr>
            <p:cNvCxnSpPr>
              <a:cxnSpLocks/>
              <a:stCxn id="567" idx="4"/>
              <a:endCxn id="604" idx="0"/>
            </p:cNvCxnSpPr>
            <p:nvPr/>
          </p:nvCxnSpPr>
          <p:spPr>
            <a:xfrm>
              <a:off x="21332692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51342963-D8DB-0E1A-3B86-429F017E5B3D}"/>
                </a:ext>
              </a:extLst>
            </p:cNvPr>
            <p:cNvCxnSpPr>
              <a:cxnSpLocks/>
              <a:stCxn id="568" idx="4"/>
              <a:endCxn id="607" idx="1"/>
            </p:cNvCxnSpPr>
            <p:nvPr/>
          </p:nvCxnSpPr>
          <p:spPr>
            <a:xfrm>
              <a:off x="21835886" y="10948667"/>
              <a:ext cx="81858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5AC67F79-ABD7-C806-A0BB-AD1155A96C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5482" y="10943294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38A29B29-D334-4602-38E9-3FA76A36BF40}"/>
                </a:ext>
              </a:extLst>
            </p:cNvPr>
            <p:cNvCxnSpPr>
              <a:cxnSpLocks/>
              <a:stCxn id="569" idx="4"/>
              <a:endCxn id="606" idx="1"/>
            </p:cNvCxnSpPr>
            <p:nvPr/>
          </p:nvCxnSpPr>
          <p:spPr>
            <a:xfrm flipH="1">
              <a:off x="22224461" y="10948667"/>
              <a:ext cx="1272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2246BEF7-4C5B-723E-59DF-55BA63324D84}"/>
                </a:ext>
              </a:extLst>
            </p:cNvPr>
            <p:cNvCxnSpPr>
              <a:cxnSpLocks/>
              <a:endCxn id="604" idx="0"/>
            </p:cNvCxnSpPr>
            <p:nvPr/>
          </p:nvCxnSpPr>
          <p:spPr>
            <a:xfrm flipH="1">
              <a:off x="21332692" y="10943294"/>
              <a:ext cx="1006387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D42A37AD-131E-084A-BF3E-208561F9DB07}"/>
                </a:ext>
              </a:extLst>
            </p:cNvPr>
            <p:cNvCxnSpPr>
              <a:cxnSpLocks/>
              <a:endCxn id="605" idx="0"/>
            </p:cNvCxnSpPr>
            <p:nvPr/>
          </p:nvCxnSpPr>
          <p:spPr>
            <a:xfrm flipH="1">
              <a:off x="21835886" y="10943294"/>
              <a:ext cx="503193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28B221FE-C7B6-7B78-1847-3FF6FB0A9A62}"/>
                </a:ext>
              </a:extLst>
            </p:cNvPr>
            <p:cNvCxnSpPr>
              <a:cxnSpLocks/>
              <a:endCxn id="608" idx="0"/>
            </p:cNvCxnSpPr>
            <p:nvPr/>
          </p:nvCxnSpPr>
          <p:spPr>
            <a:xfrm flipH="1">
              <a:off x="20849095" y="10943294"/>
              <a:ext cx="1489984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516F9C9E-70C8-CF40-4FDF-3FF8B16EB715}"/>
                </a:ext>
              </a:extLst>
            </p:cNvPr>
            <p:cNvCxnSpPr>
              <a:cxnSpLocks/>
              <a:stCxn id="569" idx="4"/>
              <a:endCxn id="607" idx="1"/>
            </p:cNvCxnSpPr>
            <p:nvPr/>
          </p:nvCxnSpPr>
          <p:spPr>
            <a:xfrm>
              <a:off x="22351740" y="10948667"/>
              <a:ext cx="302731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D148844B-C60B-2EA8-A4A9-1E88F611C400}"/>
                </a:ext>
              </a:extLst>
            </p:cNvPr>
            <p:cNvCxnSpPr>
              <a:cxnSpLocks/>
              <a:stCxn id="604" idx="4"/>
              <a:endCxn id="570" idx="0"/>
            </p:cNvCxnSpPr>
            <p:nvPr/>
          </p:nvCxnSpPr>
          <p:spPr>
            <a:xfrm>
              <a:off x="21332692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6D6FD8FC-D0C1-6E4E-0DBC-64775A92E7E0}"/>
                </a:ext>
              </a:extLst>
            </p:cNvPr>
            <p:cNvCxnSpPr>
              <a:cxnSpLocks/>
              <a:stCxn id="605" idx="4"/>
              <a:endCxn id="570" idx="0"/>
            </p:cNvCxnSpPr>
            <p:nvPr/>
          </p:nvCxnSpPr>
          <p:spPr>
            <a:xfrm flipH="1"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D7CE4034-A3AE-19CA-C269-27AF8CA59D07}"/>
                </a:ext>
              </a:extLst>
            </p:cNvPr>
            <p:cNvCxnSpPr>
              <a:cxnSpLocks/>
              <a:stCxn id="608" idx="4"/>
              <a:endCxn id="570" idx="0"/>
            </p:cNvCxnSpPr>
            <p:nvPr/>
          </p:nvCxnSpPr>
          <p:spPr>
            <a:xfrm>
              <a:off x="20849095" y="11754041"/>
              <a:ext cx="483597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BBF9E518-F810-B9C4-4273-7529384E6BFA}"/>
                </a:ext>
              </a:extLst>
            </p:cNvPr>
            <p:cNvCxnSpPr>
              <a:cxnSpLocks/>
              <a:stCxn id="606" idx="4"/>
              <a:endCxn id="570" idx="0"/>
            </p:cNvCxnSpPr>
            <p:nvPr/>
          </p:nvCxnSpPr>
          <p:spPr>
            <a:xfrm flipH="1"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EEBBB661-2F06-0B8D-4401-A6748D64E844}"/>
                </a:ext>
              </a:extLst>
            </p:cNvPr>
            <p:cNvCxnSpPr>
              <a:cxnSpLocks/>
              <a:stCxn id="607" idx="4"/>
              <a:endCxn id="570" idx="0"/>
            </p:cNvCxnSpPr>
            <p:nvPr/>
          </p:nvCxnSpPr>
          <p:spPr>
            <a:xfrm flipH="1">
              <a:off x="21332692" y="11754041"/>
              <a:ext cx="144905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9C28C577-0728-0868-7978-28F21C0A7310}"/>
                </a:ext>
              </a:extLst>
            </p:cNvPr>
            <p:cNvCxnSpPr>
              <a:cxnSpLocks/>
              <a:stCxn id="604" idx="4"/>
              <a:endCxn id="571" idx="0"/>
            </p:cNvCxnSpPr>
            <p:nvPr/>
          </p:nvCxnSpPr>
          <p:spPr>
            <a:xfrm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359EEEB9-2D02-9064-BA33-79115BBA1369}"/>
                </a:ext>
              </a:extLst>
            </p:cNvPr>
            <p:cNvCxnSpPr>
              <a:cxnSpLocks/>
              <a:stCxn id="605" idx="4"/>
              <a:endCxn id="571" idx="0"/>
            </p:cNvCxnSpPr>
            <p:nvPr/>
          </p:nvCxnSpPr>
          <p:spPr>
            <a:xfrm>
              <a:off x="21835886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A424F5F7-7C27-9A08-B12F-70CDE17DA651}"/>
                </a:ext>
              </a:extLst>
            </p:cNvPr>
            <p:cNvCxnSpPr>
              <a:cxnSpLocks/>
              <a:stCxn id="608" idx="4"/>
              <a:endCxn id="571" idx="0"/>
            </p:cNvCxnSpPr>
            <p:nvPr/>
          </p:nvCxnSpPr>
          <p:spPr>
            <a:xfrm>
              <a:off x="20849095" y="11754041"/>
              <a:ext cx="986791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F9E81AA8-E663-40A7-82E0-CE9A4137AB96}"/>
                </a:ext>
              </a:extLst>
            </p:cNvPr>
            <p:cNvCxnSpPr>
              <a:cxnSpLocks/>
              <a:stCxn id="606" idx="4"/>
              <a:endCxn id="571" idx="0"/>
            </p:cNvCxnSpPr>
            <p:nvPr/>
          </p:nvCxnSpPr>
          <p:spPr>
            <a:xfrm flipH="1"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F2C81206-4300-94EF-C18F-2A8300B1CA78}"/>
                </a:ext>
              </a:extLst>
            </p:cNvPr>
            <p:cNvCxnSpPr>
              <a:cxnSpLocks/>
              <a:stCxn id="607" idx="4"/>
              <a:endCxn id="571" idx="0"/>
            </p:cNvCxnSpPr>
            <p:nvPr/>
          </p:nvCxnSpPr>
          <p:spPr>
            <a:xfrm flipH="1">
              <a:off x="21835886" y="11754041"/>
              <a:ext cx="94586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AE9AC137-4907-4115-9C06-7A8294B121E6}"/>
                </a:ext>
              </a:extLst>
            </p:cNvPr>
            <p:cNvCxnSpPr>
              <a:cxnSpLocks/>
              <a:stCxn id="606" idx="4"/>
              <a:endCxn id="572" idx="0"/>
            </p:cNvCxnSpPr>
            <p:nvPr/>
          </p:nvCxnSpPr>
          <p:spPr>
            <a:xfrm>
              <a:off x="22351740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BB9E4835-EA05-FB9A-9CBE-A5BD22C25B70}"/>
                </a:ext>
              </a:extLst>
            </p:cNvPr>
            <p:cNvCxnSpPr>
              <a:cxnSpLocks/>
              <a:stCxn id="607" idx="4"/>
              <a:endCxn id="572" idx="0"/>
            </p:cNvCxnSpPr>
            <p:nvPr/>
          </p:nvCxnSpPr>
          <p:spPr>
            <a:xfrm flipH="1">
              <a:off x="22351740" y="11754041"/>
              <a:ext cx="43001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E14992B4-B57A-5ADD-2B10-DBCCD0594651}"/>
                </a:ext>
              </a:extLst>
            </p:cNvPr>
            <p:cNvCxnSpPr>
              <a:cxnSpLocks/>
              <a:stCxn id="605" idx="4"/>
              <a:endCxn id="572" idx="0"/>
            </p:cNvCxnSpPr>
            <p:nvPr/>
          </p:nvCxnSpPr>
          <p:spPr>
            <a:xfrm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4A24885A-A4A2-C9C6-C51D-CAD61904E7AC}"/>
                </a:ext>
              </a:extLst>
            </p:cNvPr>
            <p:cNvCxnSpPr>
              <a:cxnSpLocks/>
              <a:stCxn id="608" idx="4"/>
              <a:endCxn id="572" idx="0"/>
            </p:cNvCxnSpPr>
            <p:nvPr/>
          </p:nvCxnSpPr>
          <p:spPr>
            <a:xfrm>
              <a:off x="20849095" y="11754041"/>
              <a:ext cx="1502645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E1AB7424-0FF8-5D5E-C767-F60EF960E103}"/>
                </a:ext>
              </a:extLst>
            </p:cNvPr>
            <p:cNvCxnSpPr>
              <a:cxnSpLocks/>
              <a:stCxn id="604" idx="4"/>
              <a:endCxn id="572" idx="0"/>
            </p:cNvCxnSpPr>
            <p:nvPr/>
          </p:nvCxnSpPr>
          <p:spPr>
            <a:xfrm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9F7E88C5-1680-CED9-3054-5CD88153598F}"/>
                </a:ext>
              </a:extLst>
            </p:cNvPr>
            <p:cNvSpPr/>
            <p:nvPr/>
          </p:nvSpPr>
          <p:spPr>
            <a:xfrm>
              <a:off x="21152692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876A8ED0-F957-44E2-D49C-96A7E795D11C}"/>
                </a:ext>
              </a:extLst>
            </p:cNvPr>
            <p:cNvSpPr/>
            <p:nvPr/>
          </p:nvSpPr>
          <p:spPr>
            <a:xfrm>
              <a:off x="21655886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255BAB99-6DA1-DB50-9480-28753A0A04DA}"/>
                </a:ext>
              </a:extLst>
            </p:cNvPr>
            <p:cNvSpPr/>
            <p:nvPr/>
          </p:nvSpPr>
          <p:spPr>
            <a:xfrm>
              <a:off x="2217174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062DD9E0-FD08-7D2D-2C54-9C4D5F3F50BF}"/>
                </a:ext>
              </a:extLst>
            </p:cNvPr>
            <p:cNvSpPr/>
            <p:nvPr/>
          </p:nvSpPr>
          <p:spPr>
            <a:xfrm>
              <a:off x="2260175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C7CB9A04-B3EB-A40F-3E44-2A5DE0AE7611}"/>
                </a:ext>
              </a:extLst>
            </p:cNvPr>
            <p:cNvSpPr/>
            <p:nvPr/>
          </p:nvSpPr>
          <p:spPr>
            <a:xfrm>
              <a:off x="20669095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D7654E-84FC-1E29-8AED-80A7C52B7B4A}"/>
                  </a:ext>
                </a:extLst>
              </p:cNvPr>
              <p:cNvSpPr txBox="1"/>
              <p:nvPr/>
            </p:nvSpPr>
            <p:spPr>
              <a:xfrm>
                <a:off x="3863884" y="5923899"/>
                <a:ext cx="31441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kern="0" smtClean="0">
                              <a:solidFill>
                                <a:srgbClr val="6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kern="0" smtClean="0">
                              <a:solidFill>
                                <a:srgbClr val="6C000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b="1" i="0" kern="0">
                              <a:solidFill>
                                <a:srgbClr val="6C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kern="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D7654E-84FC-1E29-8AED-80A7C52B7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884" y="5923899"/>
                <a:ext cx="314413" cy="375552"/>
              </a:xfrm>
              <a:prstGeom prst="rect">
                <a:avLst/>
              </a:prstGeom>
              <a:blipFill>
                <a:blip r:embed="rId19"/>
                <a:stretch>
                  <a:fillRect r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3" name="Graphic 472" descr="Tablet with solid fill">
            <a:extLst>
              <a:ext uri="{FF2B5EF4-FFF2-40B4-BE49-F238E27FC236}">
                <a16:creationId xmlns:a16="http://schemas.microsoft.com/office/drawing/2014/main" id="{AE3EF504-6285-2A4D-8F93-74CEC53D4E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92924" y="5224423"/>
            <a:ext cx="780863" cy="846660"/>
          </a:xfrm>
          <a:prstGeom prst="rect">
            <a:avLst/>
          </a:prstGeom>
        </p:spPr>
      </p:pic>
      <p:grpSp>
        <p:nvGrpSpPr>
          <p:cNvPr id="477" name="Group 476">
            <a:extLst>
              <a:ext uri="{FF2B5EF4-FFF2-40B4-BE49-F238E27FC236}">
                <a16:creationId xmlns:a16="http://schemas.microsoft.com/office/drawing/2014/main" id="{A8D0C4D6-EEAB-68CD-8549-95E846D843FC}"/>
              </a:ext>
            </a:extLst>
          </p:cNvPr>
          <p:cNvGrpSpPr/>
          <p:nvPr/>
        </p:nvGrpSpPr>
        <p:grpSpPr>
          <a:xfrm>
            <a:off x="5264151" y="4668094"/>
            <a:ext cx="638408" cy="579939"/>
            <a:chOff x="20669095" y="10588667"/>
            <a:chExt cx="2292655" cy="1976112"/>
          </a:xfrm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C9B5660C-7324-8F5B-8BD5-369A0BC873FB}"/>
                </a:ext>
              </a:extLst>
            </p:cNvPr>
            <p:cNvSpPr/>
            <p:nvPr/>
          </p:nvSpPr>
          <p:spPr>
            <a:xfrm>
              <a:off x="21152692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EFCDFA73-53B3-6EAC-B5F5-F6D488DC8FAA}"/>
                </a:ext>
              </a:extLst>
            </p:cNvPr>
            <p:cNvSpPr/>
            <p:nvPr/>
          </p:nvSpPr>
          <p:spPr>
            <a:xfrm>
              <a:off x="21655886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D894E691-9CE2-3E9A-F1A8-ABF048389127}"/>
                </a:ext>
              </a:extLst>
            </p:cNvPr>
            <p:cNvSpPr/>
            <p:nvPr/>
          </p:nvSpPr>
          <p:spPr>
            <a:xfrm>
              <a:off x="22171740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C5C81DA6-39F6-066F-F0A6-21B599F7D518}"/>
                </a:ext>
              </a:extLst>
            </p:cNvPr>
            <p:cNvSpPr/>
            <p:nvPr/>
          </p:nvSpPr>
          <p:spPr>
            <a:xfrm>
              <a:off x="21152692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68047CF7-07D8-B4B1-0C58-607C0D7A0748}"/>
                </a:ext>
              </a:extLst>
            </p:cNvPr>
            <p:cNvSpPr/>
            <p:nvPr/>
          </p:nvSpPr>
          <p:spPr>
            <a:xfrm>
              <a:off x="21655886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89AF3320-81FB-8BFE-8606-A13B58F0CB67}"/>
                </a:ext>
              </a:extLst>
            </p:cNvPr>
            <p:cNvSpPr/>
            <p:nvPr/>
          </p:nvSpPr>
          <p:spPr>
            <a:xfrm>
              <a:off x="22171740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0B95A9B7-44B1-D6C0-6D4A-FA402F7F70F8}"/>
                </a:ext>
              </a:extLst>
            </p:cNvPr>
            <p:cNvCxnSpPr>
              <a:cxnSpLocks/>
              <a:stCxn id="525" idx="4"/>
              <a:endCxn id="566" idx="0"/>
            </p:cNvCxnSpPr>
            <p:nvPr/>
          </p:nvCxnSpPr>
          <p:spPr>
            <a:xfrm flipH="1">
              <a:off x="20849095" y="10948667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3F7017A3-7B59-F6B3-247A-D6FF3F0E30FD}"/>
                </a:ext>
              </a:extLst>
            </p:cNvPr>
            <p:cNvCxnSpPr>
              <a:cxnSpLocks/>
              <a:stCxn id="526" idx="4"/>
              <a:endCxn id="562" idx="0"/>
            </p:cNvCxnSpPr>
            <p:nvPr/>
          </p:nvCxnSpPr>
          <p:spPr>
            <a:xfrm flipH="1"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72B30F31-57AD-DD69-A5BC-73B164271EE5}"/>
                </a:ext>
              </a:extLst>
            </p:cNvPr>
            <p:cNvCxnSpPr>
              <a:cxnSpLocks/>
              <a:stCxn id="526" idx="4"/>
              <a:endCxn id="563" idx="0"/>
            </p:cNvCxnSpPr>
            <p:nvPr/>
          </p:nvCxnSpPr>
          <p:spPr>
            <a:xfrm>
              <a:off x="21835886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566FC75B-D812-204F-3914-C07495962DFA}"/>
                </a:ext>
              </a:extLst>
            </p:cNvPr>
            <p:cNvCxnSpPr>
              <a:cxnSpLocks/>
              <a:stCxn id="526" idx="4"/>
              <a:endCxn id="564" idx="1"/>
            </p:cNvCxnSpPr>
            <p:nvPr/>
          </p:nvCxnSpPr>
          <p:spPr>
            <a:xfrm>
              <a:off x="21835886" y="10948667"/>
              <a:ext cx="38857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81439AE9-D286-3B44-087F-1CE680BA9182}"/>
                </a:ext>
              </a:extLst>
            </p:cNvPr>
            <p:cNvCxnSpPr>
              <a:cxnSpLocks/>
              <a:stCxn id="526" idx="4"/>
              <a:endCxn id="566" idx="0"/>
            </p:cNvCxnSpPr>
            <p:nvPr/>
          </p:nvCxnSpPr>
          <p:spPr>
            <a:xfrm flipH="1">
              <a:off x="20849095" y="10948667"/>
              <a:ext cx="986791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7D9B516A-F610-E29F-5DED-C461AA7641B3}"/>
                </a:ext>
              </a:extLst>
            </p:cNvPr>
            <p:cNvCxnSpPr>
              <a:cxnSpLocks/>
              <a:stCxn id="525" idx="4"/>
              <a:endCxn id="565" idx="1"/>
            </p:cNvCxnSpPr>
            <p:nvPr/>
          </p:nvCxnSpPr>
          <p:spPr>
            <a:xfrm>
              <a:off x="21332692" y="10948667"/>
              <a:ext cx="13217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F642F183-D8FE-E0DE-B07E-F141F56AB401}"/>
                </a:ext>
              </a:extLst>
            </p:cNvPr>
            <p:cNvCxnSpPr>
              <a:cxnSpLocks/>
              <a:stCxn id="525" idx="4"/>
              <a:endCxn id="563" idx="0"/>
            </p:cNvCxnSpPr>
            <p:nvPr/>
          </p:nvCxnSpPr>
          <p:spPr>
            <a:xfrm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A9EE5C0D-64E7-127D-B99A-DBE8C8808BA1}"/>
                </a:ext>
              </a:extLst>
            </p:cNvPr>
            <p:cNvCxnSpPr>
              <a:cxnSpLocks/>
              <a:stCxn id="525" idx="4"/>
              <a:endCxn id="564" idx="1"/>
            </p:cNvCxnSpPr>
            <p:nvPr/>
          </p:nvCxnSpPr>
          <p:spPr>
            <a:xfrm>
              <a:off x="21332692" y="10948667"/>
              <a:ext cx="89176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D9009E6B-9174-34A3-D0C4-D00B9E56787B}"/>
                </a:ext>
              </a:extLst>
            </p:cNvPr>
            <p:cNvCxnSpPr>
              <a:cxnSpLocks/>
              <a:stCxn id="525" idx="4"/>
              <a:endCxn id="562" idx="0"/>
            </p:cNvCxnSpPr>
            <p:nvPr/>
          </p:nvCxnSpPr>
          <p:spPr>
            <a:xfrm>
              <a:off x="21332692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9B636716-613C-19C9-2513-BA05CD33109F}"/>
                </a:ext>
              </a:extLst>
            </p:cNvPr>
            <p:cNvCxnSpPr>
              <a:cxnSpLocks/>
              <a:stCxn id="526" idx="4"/>
              <a:endCxn id="565" idx="1"/>
            </p:cNvCxnSpPr>
            <p:nvPr/>
          </p:nvCxnSpPr>
          <p:spPr>
            <a:xfrm>
              <a:off x="21835886" y="10948667"/>
              <a:ext cx="81858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1312D9F3-9FCD-0E6D-6DC0-4DFF61B018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5482" y="10943294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669BEE15-73C7-87A8-4664-64065C092382}"/>
                </a:ext>
              </a:extLst>
            </p:cNvPr>
            <p:cNvCxnSpPr>
              <a:cxnSpLocks/>
              <a:stCxn id="527" idx="4"/>
              <a:endCxn id="564" idx="1"/>
            </p:cNvCxnSpPr>
            <p:nvPr/>
          </p:nvCxnSpPr>
          <p:spPr>
            <a:xfrm flipH="1">
              <a:off x="22224461" y="10948667"/>
              <a:ext cx="1272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7A4CB0BC-D0DF-609D-412B-F6A736DF7504}"/>
                </a:ext>
              </a:extLst>
            </p:cNvPr>
            <p:cNvCxnSpPr>
              <a:cxnSpLocks/>
              <a:endCxn id="562" idx="0"/>
            </p:cNvCxnSpPr>
            <p:nvPr/>
          </p:nvCxnSpPr>
          <p:spPr>
            <a:xfrm flipH="1">
              <a:off x="21332692" y="10943294"/>
              <a:ext cx="1006387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187CED94-CF5A-2116-7715-9578885B20EB}"/>
                </a:ext>
              </a:extLst>
            </p:cNvPr>
            <p:cNvCxnSpPr>
              <a:cxnSpLocks/>
              <a:endCxn id="563" idx="0"/>
            </p:cNvCxnSpPr>
            <p:nvPr/>
          </p:nvCxnSpPr>
          <p:spPr>
            <a:xfrm flipH="1">
              <a:off x="21835886" y="10943294"/>
              <a:ext cx="503193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6C18852C-E72F-2F1B-0812-736D13A2A085}"/>
                </a:ext>
              </a:extLst>
            </p:cNvPr>
            <p:cNvCxnSpPr>
              <a:cxnSpLocks/>
              <a:endCxn id="566" idx="0"/>
            </p:cNvCxnSpPr>
            <p:nvPr/>
          </p:nvCxnSpPr>
          <p:spPr>
            <a:xfrm flipH="1">
              <a:off x="20849095" y="10943294"/>
              <a:ext cx="1489984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A974E485-C853-4229-577F-E88E44D77509}"/>
                </a:ext>
              </a:extLst>
            </p:cNvPr>
            <p:cNvCxnSpPr>
              <a:cxnSpLocks/>
              <a:stCxn id="527" idx="4"/>
              <a:endCxn id="565" idx="1"/>
            </p:cNvCxnSpPr>
            <p:nvPr/>
          </p:nvCxnSpPr>
          <p:spPr>
            <a:xfrm>
              <a:off x="22351740" y="10948667"/>
              <a:ext cx="302731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2BAB6467-BB1C-0E9B-AA6A-513405479F82}"/>
                </a:ext>
              </a:extLst>
            </p:cNvPr>
            <p:cNvCxnSpPr>
              <a:cxnSpLocks/>
              <a:stCxn id="562" idx="4"/>
              <a:endCxn id="528" idx="0"/>
            </p:cNvCxnSpPr>
            <p:nvPr/>
          </p:nvCxnSpPr>
          <p:spPr>
            <a:xfrm>
              <a:off x="21332692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51A9A80C-1F5B-38F4-75EC-31EDB21EC099}"/>
                </a:ext>
              </a:extLst>
            </p:cNvPr>
            <p:cNvCxnSpPr>
              <a:cxnSpLocks/>
              <a:stCxn id="563" idx="4"/>
              <a:endCxn id="528" idx="0"/>
            </p:cNvCxnSpPr>
            <p:nvPr/>
          </p:nvCxnSpPr>
          <p:spPr>
            <a:xfrm flipH="1"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0038CC8C-4C2A-190F-3631-9EA1150F3535}"/>
                </a:ext>
              </a:extLst>
            </p:cNvPr>
            <p:cNvCxnSpPr>
              <a:cxnSpLocks/>
              <a:stCxn id="566" idx="4"/>
              <a:endCxn id="528" idx="0"/>
            </p:cNvCxnSpPr>
            <p:nvPr/>
          </p:nvCxnSpPr>
          <p:spPr>
            <a:xfrm>
              <a:off x="20849095" y="11754041"/>
              <a:ext cx="483597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3F5BDB45-4513-255B-624B-D2205B297B5C}"/>
                </a:ext>
              </a:extLst>
            </p:cNvPr>
            <p:cNvCxnSpPr>
              <a:cxnSpLocks/>
              <a:stCxn id="564" idx="4"/>
              <a:endCxn id="528" idx="0"/>
            </p:cNvCxnSpPr>
            <p:nvPr/>
          </p:nvCxnSpPr>
          <p:spPr>
            <a:xfrm flipH="1"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FCE1471C-B53E-2843-75BC-990241F6D428}"/>
                </a:ext>
              </a:extLst>
            </p:cNvPr>
            <p:cNvCxnSpPr>
              <a:cxnSpLocks/>
              <a:stCxn id="565" idx="4"/>
              <a:endCxn id="528" idx="0"/>
            </p:cNvCxnSpPr>
            <p:nvPr/>
          </p:nvCxnSpPr>
          <p:spPr>
            <a:xfrm flipH="1">
              <a:off x="21332692" y="11754041"/>
              <a:ext cx="144905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B222F9FE-7FDE-BB63-4BB5-2C1954C0F3FB}"/>
                </a:ext>
              </a:extLst>
            </p:cNvPr>
            <p:cNvCxnSpPr>
              <a:cxnSpLocks/>
              <a:stCxn id="562" idx="4"/>
              <a:endCxn id="529" idx="0"/>
            </p:cNvCxnSpPr>
            <p:nvPr/>
          </p:nvCxnSpPr>
          <p:spPr>
            <a:xfrm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7EEA8512-C4D5-5CED-F68B-C0B005D130F4}"/>
                </a:ext>
              </a:extLst>
            </p:cNvPr>
            <p:cNvCxnSpPr>
              <a:cxnSpLocks/>
              <a:stCxn id="563" idx="4"/>
              <a:endCxn id="529" idx="0"/>
            </p:cNvCxnSpPr>
            <p:nvPr/>
          </p:nvCxnSpPr>
          <p:spPr>
            <a:xfrm>
              <a:off x="21835886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B5B18DCB-87A4-4807-C8BE-913B55B0F769}"/>
                </a:ext>
              </a:extLst>
            </p:cNvPr>
            <p:cNvCxnSpPr>
              <a:cxnSpLocks/>
              <a:stCxn id="566" idx="4"/>
              <a:endCxn id="529" idx="0"/>
            </p:cNvCxnSpPr>
            <p:nvPr/>
          </p:nvCxnSpPr>
          <p:spPr>
            <a:xfrm>
              <a:off x="20849095" y="11754041"/>
              <a:ext cx="986791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895E1E4A-7582-43FF-1322-F326D3E4CD87}"/>
                </a:ext>
              </a:extLst>
            </p:cNvPr>
            <p:cNvCxnSpPr>
              <a:cxnSpLocks/>
              <a:stCxn id="564" idx="4"/>
              <a:endCxn id="529" idx="0"/>
            </p:cNvCxnSpPr>
            <p:nvPr/>
          </p:nvCxnSpPr>
          <p:spPr>
            <a:xfrm flipH="1"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BA898C89-5D2E-F11E-F30E-3738FF7D75D4}"/>
                </a:ext>
              </a:extLst>
            </p:cNvPr>
            <p:cNvCxnSpPr>
              <a:cxnSpLocks/>
              <a:stCxn id="565" idx="4"/>
              <a:endCxn id="529" idx="0"/>
            </p:cNvCxnSpPr>
            <p:nvPr/>
          </p:nvCxnSpPr>
          <p:spPr>
            <a:xfrm flipH="1">
              <a:off x="21835886" y="11754041"/>
              <a:ext cx="94586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D80329D1-EDB0-C561-A3BC-BD545512AB81}"/>
                </a:ext>
              </a:extLst>
            </p:cNvPr>
            <p:cNvCxnSpPr>
              <a:cxnSpLocks/>
              <a:stCxn id="564" idx="4"/>
              <a:endCxn id="530" idx="0"/>
            </p:cNvCxnSpPr>
            <p:nvPr/>
          </p:nvCxnSpPr>
          <p:spPr>
            <a:xfrm>
              <a:off x="22351740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9777D774-0DDD-5F5F-1E0F-4C6CB2F37E4D}"/>
                </a:ext>
              </a:extLst>
            </p:cNvPr>
            <p:cNvCxnSpPr>
              <a:cxnSpLocks/>
              <a:stCxn id="565" idx="4"/>
              <a:endCxn id="530" idx="0"/>
            </p:cNvCxnSpPr>
            <p:nvPr/>
          </p:nvCxnSpPr>
          <p:spPr>
            <a:xfrm flipH="1">
              <a:off x="22351740" y="11754041"/>
              <a:ext cx="43001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6D8EB7D8-5810-3350-2FA0-7CFA9A1B1A8A}"/>
                </a:ext>
              </a:extLst>
            </p:cNvPr>
            <p:cNvCxnSpPr>
              <a:cxnSpLocks/>
              <a:stCxn id="563" idx="4"/>
              <a:endCxn id="530" idx="0"/>
            </p:cNvCxnSpPr>
            <p:nvPr/>
          </p:nvCxnSpPr>
          <p:spPr>
            <a:xfrm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D32619AB-B790-B042-4D31-7E1CFD7F9A37}"/>
                </a:ext>
              </a:extLst>
            </p:cNvPr>
            <p:cNvCxnSpPr>
              <a:cxnSpLocks/>
              <a:stCxn id="566" idx="4"/>
              <a:endCxn id="530" idx="0"/>
            </p:cNvCxnSpPr>
            <p:nvPr/>
          </p:nvCxnSpPr>
          <p:spPr>
            <a:xfrm>
              <a:off x="20849095" y="11754041"/>
              <a:ext cx="1502645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85A58B5D-BC7E-0E19-57B5-58D30AC33A6F}"/>
                </a:ext>
              </a:extLst>
            </p:cNvPr>
            <p:cNvCxnSpPr>
              <a:cxnSpLocks/>
              <a:stCxn id="562" idx="4"/>
              <a:endCxn id="530" idx="0"/>
            </p:cNvCxnSpPr>
            <p:nvPr/>
          </p:nvCxnSpPr>
          <p:spPr>
            <a:xfrm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1949222A-7C23-8EDF-36F5-C3812F480A4D}"/>
                </a:ext>
              </a:extLst>
            </p:cNvPr>
            <p:cNvSpPr/>
            <p:nvPr/>
          </p:nvSpPr>
          <p:spPr>
            <a:xfrm>
              <a:off x="21152692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EB652910-285D-4759-CC65-6945DAA88681}"/>
                </a:ext>
              </a:extLst>
            </p:cNvPr>
            <p:cNvSpPr/>
            <p:nvPr/>
          </p:nvSpPr>
          <p:spPr>
            <a:xfrm>
              <a:off x="21655886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4" name="Oval 563">
              <a:extLst>
                <a:ext uri="{FF2B5EF4-FFF2-40B4-BE49-F238E27FC236}">
                  <a16:creationId xmlns:a16="http://schemas.microsoft.com/office/drawing/2014/main" id="{628D0742-5EBE-868E-D3C1-EF947F461CDC}"/>
                </a:ext>
              </a:extLst>
            </p:cNvPr>
            <p:cNvSpPr/>
            <p:nvPr/>
          </p:nvSpPr>
          <p:spPr>
            <a:xfrm>
              <a:off x="2217174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7E699C32-5E4F-C87C-3054-A5A456C36BBB}"/>
                </a:ext>
              </a:extLst>
            </p:cNvPr>
            <p:cNvSpPr/>
            <p:nvPr/>
          </p:nvSpPr>
          <p:spPr>
            <a:xfrm>
              <a:off x="2260175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A47838B3-7C80-765F-EABC-05786ACF43E6}"/>
                </a:ext>
              </a:extLst>
            </p:cNvPr>
            <p:cNvSpPr/>
            <p:nvPr/>
          </p:nvSpPr>
          <p:spPr>
            <a:xfrm>
              <a:off x="20669095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EC5FFA-CFC9-8954-4F2B-172D15620C36}"/>
                  </a:ext>
                </a:extLst>
              </p:cNvPr>
              <p:cNvSpPr txBox="1"/>
              <p:nvPr/>
            </p:nvSpPr>
            <p:spPr>
              <a:xfrm>
                <a:off x="5416403" y="5923899"/>
                <a:ext cx="34174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kern="0" smtClean="0">
                              <a:solidFill>
                                <a:schemeClr val="accent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kern="0" smtClean="0">
                              <a:solidFill>
                                <a:schemeClr val="accent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b="1" i="0" kern="0">
                              <a:solidFill>
                                <a:schemeClr val="accent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kern="0" dirty="0">
                  <a:solidFill>
                    <a:schemeClr val="accent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EC5FFA-CFC9-8954-4F2B-172D1562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403" y="5923899"/>
                <a:ext cx="341741" cy="375552"/>
              </a:xfrm>
              <a:prstGeom prst="rect">
                <a:avLst/>
              </a:prstGeom>
              <a:blipFill>
                <a:blip r:embed="rId22"/>
                <a:stretch>
                  <a:fillRect r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Graphic 473" descr="Smart Phone with solid fill">
            <a:extLst>
              <a:ext uri="{FF2B5EF4-FFF2-40B4-BE49-F238E27FC236}">
                <a16:creationId xmlns:a16="http://schemas.microsoft.com/office/drawing/2014/main" id="{028DAEC6-114C-3569-6C98-C6825A5F9FD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44322" y="5385169"/>
            <a:ext cx="653370" cy="602215"/>
          </a:xfrm>
          <a:prstGeom prst="rect">
            <a:avLst/>
          </a:prstGeom>
        </p:spPr>
      </p:pic>
      <p:grpSp>
        <p:nvGrpSpPr>
          <p:cNvPr id="478" name="Group 477">
            <a:extLst>
              <a:ext uri="{FF2B5EF4-FFF2-40B4-BE49-F238E27FC236}">
                <a16:creationId xmlns:a16="http://schemas.microsoft.com/office/drawing/2014/main" id="{CFCB0196-292B-AF80-F926-07D35EBF305A}"/>
              </a:ext>
            </a:extLst>
          </p:cNvPr>
          <p:cNvGrpSpPr/>
          <p:nvPr/>
        </p:nvGrpSpPr>
        <p:grpSpPr>
          <a:xfrm>
            <a:off x="6251803" y="4668094"/>
            <a:ext cx="638408" cy="579939"/>
            <a:chOff x="20669095" y="10588667"/>
            <a:chExt cx="2292655" cy="1976112"/>
          </a:xfrm>
        </p:grpSpPr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D48572F6-3EBA-A7DC-C4FF-4D753D2FE003}"/>
                </a:ext>
              </a:extLst>
            </p:cNvPr>
            <p:cNvSpPr/>
            <p:nvPr/>
          </p:nvSpPr>
          <p:spPr>
            <a:xfrm>
              <a:off x="21152692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F57E9806-7EDD-B3CC-3955-4459137547FC}"/>
                </a:ext>
              </a:extLst>
            </p:cNvPr>
            <p:cNvSpPr/>
            <p:nvPr/>
          </p:nvSpPr>
          <p:spPr>
            <a:xfrm>
              <a:off x="21655886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Oval 484">
              <a:extLst>
                <a:ext uri="{FF2B5EF4-FFF2-40B4-BE49-F238E27FC236}">
                  <a16:creationId xmlns:a16="http://schemas.microsoft.com/office/drawing/2014/main" id="{9382A22C-40B1-E049-2D54-19E2D86D2BEB}"/>
                </a:ext>
              </a:extLst>
            </p:cNvPr>
            <p:cNvSpPr/>
            <p:nvPr/>
          </p:nvSpPr>
          <p:spPr>
            <a:xfrm>
              <a:off x="22171740" y="10588667"/>
              <a:ext cx="360000" cy="360000"/>
            </a:xfrm>
            <a:prstGeom prst="ellipse">
              <a:avLst/>
            </a:prstGeom>
            <a:solidFill>
              <a:srgbClr val="92D050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34EF2099-7E5C-589C-1A3C-4D65ED15F0E1}"/>
                </a:ext>
              </a:extLst>
            </p:cNvPr>
            <p:cNvSpPr/>
            <p:nvPr/>
          </p:nvSpPr>
          <p:spPr>
            <a:xfrm>
              <a:off x="21152692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3605EEB2-B4E1-3F5F-F16C-2EEA3F282CA3}"/>
                </a:ext>
              </a:extLst>
            </p:cNvPr>
            <p:cNvSpPr/>
            <p:nvPr/>
          </p:nvSpPr>
          <p:spPr>
            <a:xfrm>
              <a:off x="21655886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D9879482-A083-327F-04A6-3289608DA989}"/>
                </a:ext>
              </a:extLst>
            </p:cNvPr>
            <p:cNvSpPr/>
            <p:nvPr/>
          </p:nvSpPr>
          <p:spPr>
            <a:xfrm>
              <a:off x="22171740" y="12204779"/>
              <a:ext cx="360000" cy="360000"/>
            </a:xfrm>
            <a:prstGeom prst="ellipse">
              <a:avLst/>
            </a:prstGeom>
            <a:solidFill>
              <a:srgbClr val="67A4DB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87F4E22B-14FC-F6B7-6EA0-369E1733B642}"/>
                </a:ext>
              </a:extLst>
            </p:cNvPr>
            <p:cNvCxnSpPr>
              <a:cxnSpLocks/>
              <a:stCxn id="483" idx="4"/>
              <a:endCxn id="524" idx="0"/>
            </p:cNvCxnSpPr>
            <p:nvPr/>
          </p:nvCxnSpPr>
          <p:spPr>
            <a:xfrm flipH="1">
              <a:off x="20849095" y="10948667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52BD447C-8545-9D53-CD04-189F58470DB1}"/>
                </a:ext>
              </a:extLst>
            </p:cNvPr>
            <p:cNvCxnSpPr>
              <a:cxnSpLocks/>
              <a:stCxn id="484" idx="4"/>
              <a:endCxn id="520" idx="0"/>
            </p:cNvCxnSpPr>
            <p:nvPr/>
          </p:nvCxnSpPr>
          <p:spPr>
            <a:xfrm flipH="1"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D333978E-6744-47FA-7DF0-1F8A6AD6783C}"/>
                </a:ext>
              </a:extLst>
            </p:cNvPr>
            <p:cNvCxnSpPr>
              <a:cxnSpLocks/>
              <a:stCxn id="484" idx="4"/>
              <a:endCxn id="521" idx="0"/>
            </p:cNvCxnSpPr>
            <p:nvPr/>
          </p:nvCxnSpPr>
          <p:spPr>
            <a:xfrm>
              <a:off x="21835886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94BAABB2-2752-922F-39FC-9466630FBF68}"/>
                </a:ext>
              </a:extLst>
            </p:cNvPr>
            <p:cNvCxnSpPr>
              <a:cxnSpLocks/>
              <a:stCxn id="484" idx="4"/>
              <a:endCxn id="522" idx="1"/>
            </p:cNvCxnSpPr>
            <p:nvPr/>
          </p:nvCxnSpPr>
          <p:spPr>
            <a:xfrm>
              <a:off x="21835886" y="10948667"/>
              <a:ext cx="38857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B5CBFE6F-16D5-D6EF-20A3-DDFA0BF399C1}"/>
                </a:ext>
              </a:extLst>
            </p:cNvPr>
            <p:cNvCxnSpPr>
              <a:cxnSpLocks/>
              <a:stCxn id="484" idx="4"/>
              <a:endCxn id="524" idx="0"/>
            </p:cNvCxnSpPr>
            <p:nvPr/>
          </p:nvCxnSpPr>
          <p:spPr>
            <a:xfrm flipH="1">
              <a:off x="20849095" y="10948667"/>
              <a:ext cx="986791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FAA4D5B5-3822-87D6-C834-2062C555DCC8}"/>
                </a:ext>
              </a:extLst>
            </p:cNvPr>
            <p:cNvCxnSpPr>
              <a:cxnSpLocks/>
              <a:stCxn id="483" idx="4"/>
              <a:endCxn id="523" idx="1"/>
            </p:cNvCxnSpPr>
            <p:nvPr/>
          </p:nvCxnSpPr>
          <p:spPr>
            <a:xfrm>
              <a:off x="21332692" y="10948667"/>
              <a:ext cx="13217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443E3ECE-A9DF-AF2F-A477-807F2B5F3D97}"/>
                </a:ext>
              </a:extLst>
            </p:cNvPr>
            <p:cNvCxnSpPr>
              <a:cxnSpLocks/>
              <a:stCxn id="483" idx="4"/>
              <a:endCxn id="521" idx="0"/>
            </p:cNvCxnSpPr>
            <p:nvPr/>
          </p:nvCxnSpPr>
          <p:spPr>
            <a:xfrm>
              <a:off x="21332692" y="10948667"/>
              <a:ext cx="503194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56ACC61A-812E-F1E8-E9EB-46BA81563B33}"/>
                </a:ext>
              </a:extLst>
            </p:cNvPr>
            <p:cNvCxnSpPr>
              <a:cxnSpLocks/>
              <a:stCxn id="483" idx="4"/>
              <a:endCxn id="522" idx="1"/>
            </p:cNvCxnSpPr>
            <p:nvPr/>
          </p:nvCxnSpPr>
          <p:spPr>
            <a:xfrm>
              <a:off x="21332692" y="10948667"/>
              <a:ext cx="89176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44FE3038-2CEC-D40D-0AD6-A3D35E7928D4}"/>
                </a:ext>
              </a:extLst>
            </p:cNvPr>
            <p:cNvCxnSpPr>
              <a:cxnSpLocks/>
              <a:stCxn id="483" idx="4"/>
              <a:endCxn id="520" idx="0"/>
            </p:cNvCxnSpPr>
            <p:nvPr/>
          </p:nvCxnSpPr>
          <p:spPr>
            <a:xfrm>
              <a:off x="21332692" y="10948667"/>
              <a:ext cx="0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753A1566-CA38-01AA-C058-6B5C40BD4A88}"/>
                </a:ext>
              </a:extLst>
            </p:cNvPr>
            <p:cNvCxnSpPr>
              <a:cxnSpLocks/>
              <a:stCxn id="484" idx="4"/>
              <a:endCxn id="523" idx="1"/>
            </p:cNvCxnSpPr>
            <p:nvPr/>
          </p:nvCxnSpPr>
          <p:spPr>
            <a:xfrm>
              <a:off x="21835886" y="10948667"/>
              <a:ext cx="818585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CF9A4715-FF8C-9E4D-4C2F-31A88A827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5482" y="10943294"/>
              <a:ext cx="483597" cy="445374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4CDB85A9-0279-5061-F139-A72DEF222B04}"/>
                </a:ext>
              </a:extLst>
            </p:cNvPr>
            <p:cNvCxnSpPr>
              <a:cxnSpLocks/>
              <a:stCxn id="485" idx="4"/>
              <a:endCxn id="522" idx="1"/>
            </p:cNvCxnSpPr>
            <p:nvPr/>
          </p:nvCxnSpPr>
          <p:spPr>
            <a:xfrm flipH="1">
              <a:off x="22224461" y="10948667"/>
              <a:ext cx="127279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660DE260-E24C-AD99-704B-FD5833C5D432}"/>
                </a:ext>
              </a:extLst>
            </p:cNvPr>
            <p:cNvCxnSpPr>
              <a:cxnSpLocks/>
              <a:endCxn id="520" idx="0"/>
            </p:cNvCxnSpPr>
            <p:nvPr/>
          </p:nvCxnSpPr>
          <p:spPr>
            <a:xfrm flipH="1">
              <a:off x="21332692" y="10943294"/>
              <a:ext cx="1006387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EBE87804-03DE-BDA5-F27C-5FD8409FEA2C}"/>
                </a:ext>
              </a:extLst>
            </p:cNvPr>
            <p:cNvCxnSpPr>
              <a:cxnSpLocks/>
              <a:endCxn id="521" idx="0"/>
            </p:cNvCxnSpPr>
            <p:nvPr/>
          </p:nvCxnSpPr>
          <p:spPr>
            <a:xfrm flipH="1">
              <a:off x="21835886" y="10943294"/>
              <a:ext cx="503193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2C383CDE-A072-1365-CE52-2C2D86A2907E}"/>
                </a:ext>
              </a:extLst>
            </p:cNvPr>
            <p:cNvCxnSpPr>
              <a:cxnSpLocks/>
              <a:endCxn id="524" idx="0"/>
            </p:cNvCxnSpPr>
            <p:nvPr/>
          </p:nvCxnSpPr>
          <p:spPr>
            <a:xfrm flipH="1">
              <a:off x="20849095" y="10943294"/>
              <a:ext cx="1489984" cy="450747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15BB6E4E-D3B3-C7FD-78C4-0DF66C48AEF4}"/>
                </a:ext>
              </a:extLst>
            </p:cNvPr>
            <p:cNvCxnSpPr>
              <a:cxnSpLocks/>
              <a:stCxn id="485" idx="4"/>
              <a:endCxn id="523" idx="1"/>
            </p:cNvCxnSpPr>
            <p:nvPr/>
          </p:nvCxnSpPr>
          <p:spPr>
            <a:xfrm>
              <a:off x="22351740" y="10948667"/>
              <a:ext cx="302731" cy="498095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A39FC3C5-23A9-2C94-72E5-8C17C7461A86}"/>
                </a:ext>
              </a:extLst>
            </p:cNvPr>
            <p:cNvCxnSpPr>
              <a:cxnSpLocks/>
              <a:stCxn id="520" idx="4"/>
              <a:endCxn id="486" idx="0"/>
            </p:cNvCxnSpPr>
            <p:nvPr/>
          </p:nvCxnSpPr>
          <p:spPr>
            <a:xfrm>
              <a:off x="21332692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70AA686A-5BC7-6166-1E8B-9999E8AB0733}"/>
                </a:ext>
              </a:extLst>
            </p:cNvPr>
            <p:cNvCxnSpPr>
              <a:cxnSpLocks/>
              <a:stCxn id="521" idx="4"/>
              <a:endCxn id="486" idx="0"/>
            </p:cNvCxnSpPr>
            <p:nvPr/>
          </p:nvCxnSpPr>
          <p:spPr>
            <a:xfrm flipH="1"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0D0E324-73AF-DFBF-FC88-B082043B8E4D}"/>
                </a:ext>
              </a:extLst>
            </p:cNvPr>
            <p:cNvCxnSpPr>
              <a:cxnSpLocks/>
              <a:stCxn id="524" idx="4"/>
              <a:endCxn id="486" idx="0"/>
            </p:cNvCxnSpPr>
            <p:nvPr/>
          </p:nvCxnSpPr>
          <p:spPr>
            <a:xfrm>
              <a:off x="20849095" y="11754041"/>
              <a:ext cx="483597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050937E-4D9F-FA19-67F2-6E294D476FAA}"/>
                </a:ext>
              </a:extLst>
            </p:cNvPr>
            <p:cNvCxnSpPr>
              <a:cxnSpLocks/>
              <a:stCxn id="522" idx="4"/>
              <a:endCxn id="486" idx="0"/>
            </p:cNvCxnSpPr>
            <p:nvPr/>
          </p:nvCxnSpPr>
          <p:spPr>
            <a:xfrm flipH="1"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E4E54CCC-B620-6B63-C685-18ECD2955A34}"/>
                </a:ext>
              </a:extLst>
            </p:cNvPr>
            <p:cNvCxnSpPr>
              <a:cxnSpLocks/>
              <a:stCxn id="523" idx="4"/>
              <a:endCxn id="486" idx="0"/>
            </p:cNvCxnSpPr>
            <p:nvPr/>
          </p:nvCxnSpPr>
          <p:spPr>
            <a:xfrm flipH="1">
              <a:off x="21332692" y="11754041"/>
              <a:ext cx="144905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EC12F3E0-2A2C-4FBA-849F-4A98C88473C7}"/>
                </a:ext>
              </a:extLst>
            </p:cNvPr>
            <p:cNvCxnSpPr>
              <a:cxnSpLocks/>
              <a:stCxn id="520" idx="4"/>
              <a:endCxn id="487" idx="0"/>
            </p:cNvCxnSpPr>
            <p:nvPr/>
          </p:nvCxnSpPr>
          <p:spPr>
            <a:xfrm>
              <a:off x="21332692" y="11754041"/>
              <a:ext cx="50319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3389C88A-8FF2-16A4-11AB-AF6E2F63C782}"/>
                </a:ext>
              </a:extLst>
            </p:cNvPr>
            <p:cNvCxnSpPr>
              <a:cxnSpLocks/>
              <a:stCxn id="521" idx="4"/>
              <a:endCxn id="487" idx="0"/>
            </p:cNvCxnSpPr>
            <p:nvPr/>
          </p:nvCxnSpPr>
          <p:spPr>
            <a:xfrm>
              <a:off x="21835886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F35A91B7-DC9F-46EF-8FCA-14CED6BAF41A}"/>
                </a:ext>
              </a:extLst>
            </p:cNvPr>
            <p:cNvCxnSpPr>
              <a:cxnSpLocks/>
              <a:stCxn id="524" idx="4"/>
              <a:endCxn id="487" idx="0"/>
            </p:cNvCxnSpPr>
            <p:nvPr/>
          </p:nvCxnSpPr>
          <p:spPr>
            <a:xfrm>
              <a:off x="20849095" y="11754041"/>
              <a:ext cx="986791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E7C48313-DDB8-0D9D-8E01-CDD56A6184BF}"/>
                </a:ext>
              </a:extLst>
            </p:cNvPr>
            <p:cNvCxnSpPr>
              <a:cxnSpLocks/>
              <a:stCxn id="522" idx="4"/>
              <a:endCxn id="487" idx="0"/>
            </p:cNvCxnSpPr>
            <p:nvPr/>
          </p:nvCxnSpPr>
          <p:spPr>
            <a:xfrm flipH="1"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BF0A7486-72CB-6581-9637-69BCEE558F3F}"/>
                </a:ext>
              </a:extLst>
            </p:cNvPr>
            <p:cNvCxnSpPr>
              <a:cxnSpLocks/>
              <a:stCxn id="523" idx="4"/>
              <a:endCxn id="487" idx="0"/>
            </p:cNvCxnSpPr>
            <p:nvPr/>
          </p:nvCxnSpPr>
          <p:spPr>
            <a:xfrm flipH="1">
              <a:off x="21835886" y="11754041"/>
              <a:ext cx="94586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F52E0B34-2A95-C1A0-F8B7-A55155683389}"/>
                </a:ext>
              </a:extLst>
            </p:cNvPr>
            <p:cNvCxnSpPr>
              <a:cxnSpLocks/>
              <a:stCxn id="522" idx="4"/>
              <a:endCxn id="488" idx="0"/>
            </p:cNvCxnSpPr>
            <p:nvPr/>
          </p:nvCxnSpPr>
          <p:spPr>
            <a:xfrm>
              <a:off x="22351740" y="11754041"/>
              <a:ext cx="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E668FA29-80DC-3AF3-901C-08C48873CC4F}"/>
                </a:ext>
              </a:extLst>
            </p:cNvPr>
            <p:cNvCxnSpPr>
              <a:cxnSpLocks/>
              <a:stCxn id="523" idx="4"/>
              <a:endCxn id="488" idx="0"/>
            </p:cNvCxnSpPr>
            <p:nvPr/>
          </p:nvCxnSpPr>
          <p:spPr>
            <a:xfrm flipH="1">
              <a:off x="22351740" y="11754041"/>
              <a:ext cx="430010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7D8466B2-273D-D7F3-348A-44E4876F42B5}"/>
                </a:ext>
              </a:extLst>
            </p:cNvPr>
            <p:cNvCxnSpPr>
              <a:cxnSpLocks/>
              <a:stCxn id="521" idx="4"/>
              <a:endCxn id="488" idx="0"/>
            </p:cNvCxnSpPr>
            <p:nvPr/>
          </p:nvCxnSpPr>
          <p:spPr>
            <a:xfrm>
              <a:off x="21835886" y="11754041"/>
              <a:ext cx="515854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7F1D7C9B-451B-FDA3-2CE4-B46D73164670}"/>
                </a:ext>
              </a:extLst>
            </p:cNvPr>
            <p:cNvCxnSpPr>
              <a:cxnSpLocks/>
              <a:stCxn id="524" idx="4"/>
              <a:endCxn id="488" idx="0"/>
            </p:cNvCxnSpPr>
            <p:nvPr/>
          </p:nvCxnSpPr>
          <p:spPr>
            <a:xfrm>
              <a:off x="20849095" y="11754041"/>
              <a:ext cx="1502645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C32FE69F-18CC-8AC0-0677-8060D998774F}"/>
                </a:ext>
              </a:extLst>
            </p:cNvPr>
            <p:cNvCxnSpPr>
              <a:cxnSpLocks/>
              <a:stCxn id="520" idx="4"/>
              <a:endCxn id="488" idx="0"/>
            </p:cNvCxnSpPr>
            <p:nvPr/>
          </p:nvCxnSpPr>
          <p:spPr>
            <a:xfrm>
              <a:off x="21332692" y="11754041"/>
              <a:ext cx="1019048" cy="450738"/>
            </a:xfrm>
            <a:prstGeom prst="line">
              <a:avLst/>
            </a:prstGeom>
            <a:noFill/>
            <a:ln w="190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</p:cxn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D2E504E4-19DE-55BD-D02A-06F301382A19}"/>
                </a:ext>
              </a:extLst>
            </p:cNvPr>
            <p:cNvSpPr/>
            <p:nvPr/>
          </p:nvSpPr>
          <p:spPr>
            <a:xfrm>
              <a:off x="21152692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1388F14B-30C4-B9B4-022D-A09B50F4BEA3}"/>
                </a:ext>
              </a:extLst>
            </p:cNvPr>
            <p:cNvSpPr/>
            <p:nvPr/>
          </p:nvSpPr>
          <p:spPr>
            <a:xfrm>
              <a:off x="21655886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2D9BF5F0-8510-9D18-A375-F07EDDB91FF4}"/>
                </a:ext>
              </a:extLst>
            </p:cNvPr>
            <p:cNvSpPr/>
            <p:nvPr/>
          </p:nvSpPr>
          <p:spPr>
            <a:xfrm>
              <a:off x="2217174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62C4C8A1-C466-D10F-4103-2C1730289A98}"/>
                </a:ext>
              </a:extLst>
            </p:cNvPr>
            <p:cNvSpPr/>
            <p:nvPr/>
          </p:nvSpPr>
          <p:spPr>
            <a:xfrm>
              <a:off x="22601750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9D358996-7F4C-0F6D-E4BC-B379A8C1130C}"/>
                </a:ext>
              </a:extLst>
            </p:cNvPr>
            <p:cNvSpPr/>
            <p:nvPr/>
          </p:nvSpPr>
          <p:spPr>
            <a:xfrm>
              <a:off x="20669095" y="11394041"/>
              <a:ext cx="360000" cy="360000"/>
            </a:xfrm>
            <a:prstGeom prst="ellipse">
              <a:avLst/>
            </a:prstGeom>
            <a:solidFill>
              <a:srgbClr val="E06666"/>
            </a:solidFill>
            <a:ln w="190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4176515">
                <a:defRPr/>
              </a:pPr>
              <a:endParaRPr lang="en-US" sz="4800" kern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41673B-B0DA-E38E-8962-7B22A5748272}"/>
                  </a:ext>
                </a:extLst>
              </p:cNvPr>
              <p:cNvSpPr txBox="1"/>
              <p:nvPr/>
            </p:nvSpPr>
            <p:spPr>
              <a:xfrm>
                <a:off x="6366283" y="5923899"/>
                <a:ext cx="368254" cy="379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kern="0" smtClean="0">
                              <a:solidFill>
                                <a:srgbClr val="6CA62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kern="0" smtClean="0">
                              <a:solidFill>
                                <a:srgbClr val="6CA62C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b="1" i="0" kern="0">
                              <a:solidFill>
                                <a:srgbClr val="6CA62C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p>
                      </m:sSup>
                    </m:oMath>
                  </m:oMathPara>
                </a14:m>
                <a:endParaRPr lang="en-US" b="1" kern="0" dirty="0">
                  <a:solidFill>
                    <a:srgbClr val="6CA6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41673B-B0DA-E38E-8962-7B22A5748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283" y="5923899"/>
                <a:ext cx="368254" cy="379784"/>
              </a:xfrm>
              <a:prstGeom prst="rect">
                <a:avLst/>
              </a:prstGeom>
              <a:blipFill>
                <a:blip r:embed="rId25"/>
                <a:stretch>
                  <a:fillRect r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TextBox 460">
            <a:extLst>
              <a:ext uri="{FF2B5EF4-FFF2-40B4-BE49-F238E27FC236}">
                <a16:creationId xmlns:a16="http://schemas.microsoft.com/office/drawing/2014/main" id="{E67C9A4F-63A4-647D-B2C4-D38810B94FED}"/>
              </a:ext>
            </a:extLst>
          </p:cNvPr>
          <p:cNvSpPr txBox="1"/>
          <p:nvPr/>
        </p:nvSpPr>
        <p:spPr>
          <a:xfrm>
            <a:off x="1584071" y="200401"/>
            <a:ext cx="910934" cy="472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76515">
              <a:defRPr/>
            </a:pPr>
            <a:r>
              <a:rPr lang="en-US" sz="2400" b="1" i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990103-0E8A-E98D-8509-B39A6CC1C388}"/>
              </a:ext>
            </a:extLst>
          </p:cNvPr>
          <p:cNvGrpSpPr/>
          <p:nvPr/>
        </p:nvGrpSpPr>
        <p:grpSpPr>
          <a:xfrm>
            <a:off x="3433938" y="1462816"/>
            <a:ext cx="446144" cy="1119730"/>
            <a:chOff x="3433938" y="1402360"/>
            <a:chExt cx="446144" cy="11197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86BAE37-DDFC-DD19-87B9-29AD960C20A3}"/>
                    </a:ext>
                  </a:extLst>
                </p:cNvPr>
                <p:cNvSpPr txBox="1"/>
                <p:nvPr/>
              </p:nvSpPr>
              <p:spPr>
                <a:xfrm>
                  <a:off x="3433938" y="1402360"/>
                  <a:ext cx="44614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chemeClr val="accent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86BAE37-DDFC-DD19-87B9-29AD960C2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938" y="1402360"/>
                  <a:ext cx="446144" cy="312586"/>
                </a:xfrm>
                <a:prstGeom prst="rect">
                  <a:avLst/>
                </a:prstGeom>
                <a:blipFill>
                  <a:blip r:embed="rId26"/>
                  <a:stretch>
                    <a:fillRect l="-12329" r="-82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7927D6-8324-D2A0-5001-F22781DA8C60}"/>
                    </a:ext>
                  </a:extLst>
                </p:cNvPr>
                <p:cNvSpPr txBox="1"/>
                <p:nvPr/>
              </p:nvSpPr>
              <p:spPr>
                <a:xfrm>
                  <a:off x="3433938" y="2209504"/>
                  <a:ext cx="44614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sz="1400" b="1" i="1" kern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7927D6-8324-D2A0-5001-F22781DA8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938" y="2209504"/>
                  <a:ext cx="446144" cy="312586"/>
                </a:xfrm>
                <a:prstGeom prst="rect">
                  <a:avLst/>
                </a:prstGeom>
                <a:blipFill>
                  <a:blip r:embed="rId27"/>
                  <a:stretch>
                    <a:fillRect l="-17808" r="-41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B3B8E35-F60F-C4C3-034C-03FC5DBAE518}"/>
                    </a:ext>
                  </a:extLst>
                </p:cNvPr>
                <p:cNvSpPr txBox="1"/>
                <p:nvPr/>
              </p:nvSpPr>
              <p:spPr>
                <a:xfrm>
                  <a:off x="3433938" y="1667188"/>
                  <a:ext cx="446144" cy="3125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B3B8E35-F60F-C4C3-034C-03FC5DBAE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938" y="1667188"/>
                  <a:ext cx="446144" cy="312586"/>
                </a:xfrm>
                <a:prstGeom prst="rect">
                  <a:avLst/>
                </a:prstGeom>
                <a:blipFill>
                  <a:blip r:embed="rId28"/>
                  <a:stretch>
                    <a:fillRect l="-12329" r="-82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E3153-9337-6368-E9A9-3BDB7CF391BE}"/>
                    </a:ext>
                  </a:extLst>
                </p:cNvPr>
                <p:cNvSpPr txBox="1"/>
                <p:nvPr/>
              </p:nvSpPr>
              <p:spPr>
                <a:xfrm>
                  <a:off x="3433938" y="1952080"/>
                  <a:ext cx="446144" cy="315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𝒍𝒐𝒔𝒔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6CA6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E3153-9337-6368-E9A9-3BDB7CF391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938" y="1952080"/>
                  <a:ext cx="446144" cy="315856"/>
                </a:xfrm>
                <a:prstGeom prst="rect">
                  <a:avLst/>
                </a:prstGeom>
                <a:blipFill>
                  <a:blip r:embed="rId29"/>
                  <a:stretch>
                    <a:fillRect l="-12329" r="-95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Arrow: Left 32">
            <a:extLst>
              <a:ext uri="{FF2B5EF4-FFF2-40B4-BE49-F238E27FC236}">
                <a16:creationId xmlns:a16="http://schemas.microsoft.com/office/drawing/2014/main" id="{DE3F34CD-EAC2-120C-7836-0344DFD03D23}"/>
              </a:ext>
            </a:extLst>
          </p:cNvPr>
          <p:cNvSpPr/>
          <p:nvPr/>
        </p:nvSpPr>
        <p:spPr>
          <a:xfrm>
            <a:off x="2947558" y="1837152"/>
            <a:ext cx="284375" cy="185002"/>
          </a:xfrm>
          <a:prstGeom prst="leftArrow">
            <a:avLst/>
          </a:prstGeom>
          <a:solidFill>
            <a:srgbClr val="00A0E1"/>
          </a:solidFill>
          <a:ln w="19050" cap="flat" cmpd="sng" algn="ctr">
            <a:solidFill>
              <a:srgbClr val="01689D"/>
            </a:solidFill>
            <a:prstDash val="solid"/>
          </a:ln>
          <a:effectLst/>
        </p:spPr>
        <p:txBody>
          <a:bodyPr rtlCol="0" anchor="ctr"/>
          <a:lstStyle/>
          <a:p>
            <a:pPr algn="ctr" defTabSz="4176515">
              <a:defRPr/>
            </a:pPr>
            <a:endParaRPr lang="en-US" sz="6600" kern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8E2EC2-22B8-9EE9-0BB4-D0419CABF349}"/>
              </a:ext>
            </a:extLst>
          </p:cNvPr>
          <p:cNvSpPr/>
          <p:nvPr/>
        </p:nvSpPr>
        <p:spPr>
          <a:xfrm>
            <a:off x="910930" y="124688"/>
            <a:ext cx="6503445" cy="3036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F8B776-89C3-9032-6392-F3DC932DDC2F}"/>
              </a:ext>
            </a:extLst>
          </p:cNvPr>
          <p:cNvSpPr txBox="1"/>
          <p:nvPr/>
        </p:nvSpPr>
        <p:spPr>
          <a:xfrm>
            <a:off x="3552832" y="351213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7AB3A2-DF23-3698-C7ED-29B2961DE452}"/>
              </a:ext>
            </a:extLst>
          </p:cNvPr>
          <p:cNvSpPr txBox="1"/>
          <p:nvPr/>
        </p:nvSpPr>
        <p:spPr>
          <a:xfrm>
            <a:off x="3991720" y="712351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87C71E2F-283B-D208-1AB8-3E7C315D0C12}"/>
              </a:ext>
            </a:extLst>
          </p:cNvPr>
          <p:cNvSpPr txBox="1"/>
          <p:nvPr/>
        </p:nvSpPr>
        <p:spPr>
          <a:xfrm>
            <a:off x="6969839" y="797412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902" name="TextBox 901">
            <a:extLst>
              <a:ext uri="{FF2B5EF4-FFF2-40B4-BE49-F238E27FC236}">
                <a16:creationId xmlns:a16="http://schemas.microsoft.com/office/drawing/2014/main" id="{007FFAD8-FE32-22CF-AF38-1CDDFCA82939}"/>
              </a:ext>
            </a:extLst>
          </p:cNvPr>
          <p:cNvSpPr txBox="1"/>
          <p:nvPr/>
        </p:nvSpPr>
        <p:spPr>
          <a:xfrm>
            <a:off x="2702586" y="709952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3" name="TextBox 902">
                <a:extLst>
                  <a:ext uri="{FF2B5EF4-FFF2-40B4-BE49-F238E27FC236}">
                    <a16:creationId xmlns:a16="http://schemas.microsoft.com/office/drawing/2014/main" id="{E67C9A4F-63A4-647D-B2C4-D38810B94FED}"/>
                  </a:ext>
                </a:extLst>
              </p:cNvPr>
              <p:cNvSpPr txBox="1"/>
              <p:nvPr/>
            </p:nvSpPr>
            <p:spPr>
              <a:xfrm>
                <a:off x="3207549" y="233009"/>
                <a:ext cx="94150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176515">
                  <a:defRPr/>
                </a:pPr>
                <a:r>
                  <a:rPr lang="en-US" sz="2400" b="1" i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</a:t>
                </a:r>
                <a14:m>
                  <m:oMath xmlns:m="http://schemas.openxmlformats.org/officeDocument/2006/math">
                    <m:r>
                      <a:rPr lang="en-US" sz="2400" b="1" i="1" kern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endParaRPr lang="en-US" sz="2400" b="1" i="1" kern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3" name="TextBox 902">
                <a:extLst>
                  <a:ext uri="{FF2B5EF4-FFF2-40B4-BE49-F238E27FC236}">
                    <a16:creationId xmlns:a16="http://schemas.microsoft.com/office/drawing/2014/main" id="{E67C9A4F-63A4-647D-B2C4-D38810B9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549" y="233009"/>
                <a:ext cx="941503" cy="461665"/>
              </a:xfrm>
              <a:prstGeom prst="rect">
                <a:avLst/>
              </a:prstGeom>
              <a:blipFill>
                <a:blip r:embed="rId34"/>
                <a:stretch>
                  <a:fillRect l="-9677" t="-10526" r="-6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8" name="TextBox 907">
            <a:extLst>
              <a:ext uri="{FF2B5EF4-FFF2-40B4-BE49-F238E27FC236}">
                <a16:creationId xmlns:a16="http://schemas.microsoft.com/office/drawing/2014/main" id="{760F4A2D-2E55-F565-3A48-C945AB95006C}"/>
              </a:ext>
            </a:extLst>
          </p:cNvPr>
          <p:cNvSpPr txBox="1"/>
          <p:nvPr/>
        </p:nvSpPr>
        <p:spPr>
          <a:xfrm>
            <a:off x="305423" y="2824189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642E98A3-F556-FE5B-1FD8-8F8470C0E738}"/>
              </a:ext>
            </a:extLst>
          </p:cNvPr>
          <p:cNvSpPr txBox="1"/>
          <p:nvPr/>
        </p:nvSpPr>
        <p:spPr>
          <a:xfrm>
            <a:off x="7956469" y="2972653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3E370E6-8463-3B95-FD40-4D01416054FD}"/>
              </a:ext>
            </a:extLst>
          </p:cNvPr>
          <p:cNvGrpSpPr/>
          <p:nvPr/>
        </p:nvGrpSpPr>
        <p:grpSpPr>
          <a:xfrm>
            <a:off x="1220561" y="1186537"/>
            <a:ext cx="1618539" cy="1841924"/>
            <a:chOff x="1220561" y="1126081"/>
            <a:chExt cx="1618539" cy="184192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7" name="TextBox 896">
                  <a:extLst>
                    <a:ext uri="{FF2B5EF4-FFF2-40B4-BE49-F238E27FC236}">
                      <a16:creationId xmlns:a16="http://schemas.microsoft.com/office/drawing/2014/main" id="{C42B92C9-EBEA-7A85-77A7-6A2F8700816A}"/>
                    </a:ext>
                  </a:extLst>
                </p:cNvPr>
                <p:cNvSpPr txBox="1"/>
                <p:nvPr/>
              </p:nvSpPr>
              <p:spPr>
                <a:xfrm>
                  <a:off x="2123976" y="2405905"/>
                  <a:ext cx="289381" cy="2202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97" name="TextBox 896">
                  <a:extLst>
                    <a:ext uri="{FF2B5EF4-FFF2-40B4-BE49-F238E27FC236}">
                      <a16:creationId xmlns:a16="http://schemas.microsoft.com/office/drawing/2014/main" id="{C42B92C9-EBEA-7A85-77A7-6A2F87008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976" y="2405905"/>
                  <a:ext cx="289381" cy="220253"/>
                </a:xfrm>
                <a:prstGeom prst="rect">
                  <a:avLst/>
                </a:prstGeom>
                <a:blipFill>
                  <a:blip r:embed="rId35"/>
                  <a:stretch>
                    <a:fillRect l="-20833" r="-31250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8" name="TextBox 897">
                  <a:extLst>
                    <a:ext uri="{FF2B5EF4-FFF2-40B4-BE49-F238E27FC236}">
                      <a16:creationId xmlns:a16="http://schemas.microsoft.com/office/drawing/2014/main" id="{BC373DD5-FD0D-B9F2-FAD0-F4F557B89A68}"/>
                    </a:ext>
                  </a:extLst>
                </p:cNvPr>
                <p:cNvSpPr txBox="1"/>
                <p:nvPr/>
              </p:nvSpPr>
              <p:spPr>
                <a:xfrm>
                  <a:off x="1675314" y="1492360"/>
                  <a:ext cx="306992" cy="2202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chemeClr val="accent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chemeClr val="accent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98" name="TextBox 897">
                  <a:extLst>
                    <a:ext uri="{FF2B5EF4-FFF2-40B4-BE49-F238E27FC236}">
                      <a16:creationId xmlns:a16="http://schemas.microsoft.com/office/drawing/2014/main" id="{BC373DD5-FD0D-B9F2-FAD0-F4F557B89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314" y="1492360"/>
                  <a:ext cx="306992" cy="220253"/>
                </a:xfrm>
                <a:prstGeom prst="rect">
                  <a:avLst/>
                </a:prstGeom>
                <a:blipFill>
                  <a:blip r:embed="rId36"/>
                  <a:stretch>
                    <a:fillRect l="-20000" r="-24000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C9FE08FB-2D2A-9E3E-7648-BF56211F6814}"/>
                    </a:ext>
                  </a:extLst>
                </p:cNvPr>
                <p:cNvSpPr txBox="1"/>
                <p:nvPr/>
              </p:nvSpPr>
              <p:spPr>
                <a:xfrm>
                  <a:off x="2123976" y="1490949"/>
                  <a:ext cx="335028" cy="2235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6CA62C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p>
                        </m:sSup>
                      </m:oMath>
                    </m:oMathPara>
                  </a14:m>
                  <a:endParaRPr lang="en-US" sz="1400" b="1" i="1" kern="0" dirty="0">
                    <a:solidFill>
                      <a:srgbClr val="6CA6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C9FE08FB-2D2A-9E3E-7648-BF56211F6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976" y="1490949"/>
                  <a:ext cx="335028" cy="223523"/>
                </a:xfrm>
                <a:prstGeom prst="rect">
                  <a:avLst/>
                </a:prstGeom>
                <a:blipFill>
                  <a:blip r:embed="rId37"/>
                  <a:stretch>
                    <a:fillRect l="-25455" t="-2703" r="-9091"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4522CAED-43DD-72D5-F843-24D8645A1327}"/>
                    </a:ext>
                  </a:extLst>
                </p:cNvPr>
                <p:cNvSpPr txBox="1"/>
                <p:nvPr/>
              </p:nvSpPr>
              <p:spPr>
                <a:xfrm>
                  <a:off x="1647278" y="2421019"/>
                  <a:ext cx="390556" cy="2202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4176515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kern="0">
                            <a:solidFill>
                              <a:srgbClr val="6C000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  <m:sSup>
                          <m:sSupPr>
                            <m:ctrlP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sz="1400" b="1" i="1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1400" b="1" kern="0" dirty="0">
                    <a:solidFill>
                      <a:srgbClr val="6C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4522CAED-43DD-72D5-F843-24D8645A1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7278" y="2421019"/>
                  <a:ext cx="390556" cy="220253"/>
                </a:xfrm>
                <a:prstGeom prst="rect">
                  <a:avLst/>
                </a:prstGeom>
                <a:blipFill>
                  <a:blip r:embed="rId38"/>
                  <a:stretch>
                    <a:fillRect l="-9375" r="-468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FF28490-9B63-99B5-E55C-7996EB408307}"/>
                </a:ext>
              </a:extLst>
            </p:cNvPr>
            <p:cNvGrpSpPr/>
            <p:nvPr/>
          </p:nvGrpSpPr>
          <p:grpSpPr>
            <a:xfrm>
              <a:off x="1984298" y="1653697"/>
              <a:ext cx="108000" cy="756000"/>
              <a:chOff x="1758884" y="1371965"/>
              <a:chExt cx="108000" cy="756000"/>
            </a:xfrm>
          </p:grpSpPr>
          <p:sp>
            <p:nvSpPr>
              <p:cNvPr id="609" name="Arrow: Left-Right 608">
                <a:extLst>
                  <a:ext uri="{FF2B5EF4-FFF2-40B4-BE49-F238E27FC236}">
                    <a16:creationId xmlns:a16="http://schemas.microsoft.com/office/drawing/2014/main" id="{F4FBC509-AB52-C5D7-0C4D-5A05BCE9667B}"/>
                  </a:ext>
                </a:extLst>
              </p:cNvPr>
              <p:cNvSpPr/>
              <p:nvPr/>
            </p:nvSpPr>
            <p:spPr>
              <a:xfrm rot="2969395">
                <a:off x="1452884" y="1682172"/>
                <a:ext cx="720000" cy="108000"/>
              </a:xfrm>
              <a:prstGeom prst="leftRigh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0" name="Arrow: Left-Right 609">
                <a:extLst>
                  <a:ext uri="{FF2B5EF4-FFF2-40B4-BE49-F238E27FC236}">
                    <a16:creationId xmlns:a16="http://schemas.microsoft.com/office/drawing/2014/main" id="{FD079556-FAA3-F33F-CFFD-A43826692588}"/>
                  </a:ext>
                </a:extLst>
              </p:cNvPr>
              <p:cNvSpPr/>
              <p:nvPr/>
            </p:nvSpPr>
            <p:spPr>
              <a:xfrm rot="7747577">
                <a:off x="1437985" y="1701521"/>
                <a:ext cx="756000" cy="96888"/>
              </a:xfrm>
              <a:prstGeom prst="leftRigh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1" name="Group 610">
              <a:extLst>
                <a:ext uri="{FF2B5EF4-FFF2-40B4-BE49-F238E27FC236}">
                  <a16:creationId xmlns:a16="http://schemas.microsoft.com/office/drawing/2014/main" id="{A85FC79A-7AA4-989B-8AB8-22BC8BA502E1}"/>
                </a:ext>
              </a:extLst>
            </p:cNvPr>
            <p:cNvGrpSpPr/>
            <p:nvPr/>
          </p:nvGrpSpPr>
          <p:grpSpPr>
            <a:xfrm>
              <a:off x="1220561" y="1464425"/>
              <a:ext cx="463786" cy="461003"/>
              <a:chOff x="20669095" y="10588667"/>
              <a:chExt cx="2322390" cy="1976112"/>
            </a:xfrm>
          </p:grpSpPr>
          <p:sp>
            <p:nvSpPr>
              <p:cNvPr id="744" name="Oval 743">
                <a:extLst>
                  <a:ext uri="{FF2B5EF4-FFF2-40B4-BE49-F238E27FC236}">
                    <a16:creationId xmlns:a16="http://schemas.microsoft.com/office/drawing/2014/main" id="{C496550C-5B42-B6EA-C9C8-C3DEE3F5475F}"/>
                  </a:ext>
                </a:extLst>
              </p:cNvPr>
              <p:cNvSpPr/>
              <p:nvPr/>
            </p:nvSpPr>
            <p:spPr>
              <a:xfrm>
                <a:off x="21152692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5" name="Oval 744">
                <a:extLst>
                  <a:ext uri="{FF2B5EF4-FFF2-40B4-BE49-F238E27FC236}">
                    <a16:creationId xmlns:a16="http://schemas.microsoft.com/office/drawing/2014/main" id="{4F19CA4F-EADD-798C-7363-1F6CE914AAB8}"/>
                  </a:ext>
                </a:extLst>
              </p:cNvPr>
              <p:cNvSpPr/>
              <p:nvPr/>
            </p:nvSpPr>
            <p:spPr>
              <a:xfrm>
                <a:off x="21655886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6" name="Oval 745">
                <a:extLst>
                  <a:ext uri="{FF2B5EF4-FFF2-40B4-BE49-F238E27FC236}">
                    <a16:creationId xmlns:a16="http://schemas.microsoft.com/office/drawing/2014/main" id="{ACC22AFF-4B48-A53E-F1AF-4D2A1CD82BD8}"/>
                  </a:ext>
                </a:extLst>
              </p:cNvPr>
              <p:cNvSpPr/>
              <p:nvPr/>
            </p:nvSpPr>
            <p:spPr>
              <a:xfrm>
                <a:off x="22171740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7" name="Oval 746">
                <a:extLst>
                  <a:ext uri="{FF2B5EF4-FFF2-40B4-BE49-F238E27FC236}">
                    <a16:creationId xmlns:a16="http://schemas.microsoft.com/office/drawing/2014/main" id="{4CA46C4C-066D-793D-E0CB-0B54E5047EC9}"/>
                  </a:ext>
                </a:extLst>
              </p:cNvPr>
              <p:cNvSpPr/>
              <p:nvPr/>
            </p:nvSpPr>
            <p:spPr>
              <a:xfrm>
                <a:off x="21152692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8" name="Oval 747">
                <a:extLst>
                  <a:ext uri="{FF2B5EF4-FFF2-40B4-BE49-F238E27FC236}">
                    <a16:creationId xmlns:a16="http://schemas.microsoft.com/office/drawing/2014/main" id="{B9A6A7CE-0FBB-9C24-4928-43A0DCAAE3C4}"/>
                  </a:ext>
                </a:extLst>
              </p:cNvPr>
              <p:cNvSpPr/>
              <p:nvPr/>
            </p:nvSpPr>
            <p:spPr>
              <a:xfrm>
                <a:off x="21655886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9" name="Oval 748">
                <a:extLst>
                  <a:ext uri="{FF2B5EF4-FFF2-40B4-BE49-F238E27FC236}">
                    <a16:creationId xmlns:a16="http://schemas.microsoft.com/office/drawing/2014/main" id="{7FE5CA1F-755F-21E9-1C25-44101F4D3ECC}"/>
                  </a:ext>
                </a:extLst>
              </p:cNvPr>
              <p:cNvSpPr/>
              <p:nvPr/>
            </p:nvSpPr>
            <p:spPr>
              <a:xfrm>
                <a:off x="22171740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BD232E55-30E7-44F9-293D-9423DF56A5F9}"/>
                  </a:ext>
                </a:extLst>
              </p:cNvPr>
              <p:cNvCxnSpPr>
                <a:cxnSpLocks/>
                <a:stCxn id="744" idx="4"/>
                <a:endCxn id="785" idx="0"/>
              </p:cNvCxnSpPr>
              <p:nvPr/>
            </p:nvCxnSpPr>
            <p:spPr>
              <a:xfrm flipH="1">
                <a:off x="20849095" y="10948667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4FEA13D5-E2C3-3758-BBBA-3477AE23FC23}"/>
                  </a:ext>
                </a:extLst>
              </p:cNvPr>
              <p:cNvCxnSpPr>
                <a:cxnSpLocks/>
                <a:stCxn id="745" idx="4"/>
                <a:endCxn id="781" idx="0"/>
              </p:cNvCxnSpPr>
              <p:nvPr/>
            </p:nvCxnSpPr>
            <p:spPr>
              <a:xfrm flipH="1"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302F41B1-5E7E-E21E-58CE-728A4CB83F8E}"/>
                  </a:ext>
                </a:extLst>
              </p:cNvPr>
              <p:cNvCxnSpPr>
                <a:cxnSpLocks/>
                <a:stCxn id="745" idx="4"/>
                <a:endCxn id="782" idx="0"/>
              </p:cNvCxnSpPr>
              <p:nvPr/>
            </p:nvCxnSpPr>
            <p:spPr>
              <a:xfrm>
                <a:off x="21835886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3" name="Straight Connector 752">
                <a:extLst>
                  <a:ext uri="{FF2B5EF4-FFF2-40B4-BE49-F238E27FC236}">
                    <a16:creationId xmlns:a16="http://schemas.microsoft.com/office/drawing/2014/main" id="{865C65DD-FA14-12A8-A2B8-5D0CDFB06DBB}"/>
                  </a:ext>
                </a:extLst>
              </p:cNvPr>
              <p:cNvCxnSpPr>
                <a:cxnSpLocks/>
                <a:stCxn id="745" idx="4"/>
                <a:endCxn id="783" idx="1"/>
              </p:cNvCxnSpPr>
              <p:nvPr/>
            </p:nvCxnSpPr>
            <p:spPr>
              <a:xfrm>
                <a:off x="21835886" y="10948667"/>
                <a:ext cx="38857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4" name="Straight Connector 753">
                <a:extLst>
                  <a:ext uri="{FF2B5EF4-FFF2-40B4-BE49-F238E27FC236}">
                    <a16:creationId xmlns:a16="http://schemas.microsoft.com/office/drawing/2014/main" id="{FA95033F-DAD6-E8C2-73BF-8647DDE75A00}"/>
                  </a:ext>
                </a:extLst>
              </p:cNvPr>
              <p:cNvCxnSpPr>
                <a:cxnSpLocks/>
                <a:stCxn id="745" idx="4"/>
                <a:endCxn id="785" idx="0"/>
              </p:cNvCxnSpPr>
              <p:nvPr/>
            </p:nvCxnSpPr>
            <p:spPr>
              <a:xfrm flipH="1">
                <a:off x="20849095" y="10948667"/>
                <a:ext cx="986791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5" name="Straight Connector 754">
                <a:extLst>
                  <a:ext uri="{FF2B5EF4-FFF2-40B4-BE49-F238E27FC236}">
                    <a16:creationId xmlns:a16="http://schemas.microsoft.com/office/drawing/2014/main" id="{53C21D46-0948-5582-74CD-0F8DD887C141}"/>
                  </a:ext>
                </a:extLst>
              </p:cNvPr>
              <p:cNvCxnSpPr>
                <a:cxnSpLocks/>
                <a:stCxn id="744" idx="4"/>
                <a:endCxn id="784" idx="1"/>
              </p:cNvCxnSpPr>
              <p:nvPr/>
            </p:nvCxnSpPr>
            <p:spPr>
              <a:xfrm>
                <a:off x="21332692" y="10948667"/>
                <a:ext cx="13217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6" name="Straight Connector 755">
                <a:extLst>
                  <a:ext uri="{FF2B5EF4-FFF2-40B4-BE49-F238E27FC236}">
                    <a16:creationId xmlns:a16="http://schemas.microsoft.com/office/drawing/2014/main" id="{592A4E59-8406-8087-16DD-207A78CEC3FF}"/>
                  </a:ext>
                </a:extLst>
              </p:cNvPr>
              <p:cNvCxnSpPr>
                <a:cxnSpLocks/>
                <a:stCxn id="744" idx="4"/>
                <a:endCxn id="782" idx="0"/>
              </p:cNvCxnSpPr>
              <p:nvPr/>
            </p:nvCxnSpPr>
            <p:spPr>
              <a:xfrm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7" name="Straight Connector 756">
                <a:extLst>
                  <a:ext uri="{FF2B5EF4-FFF2-40B4-BE49-F238E27FC236}">
                    <a16:creationId xmlns:a16="http://schemas.microsoft.com/office/drawing/2014/main" id="{573A4CF4-C0CF-1270-AAE0-5572BFDD28E8}"/>
                  </a:ext>
                </a:extLst>
              </p:cNvPr>
              <p:cNvCxnSpPr>
                <a:cxnSpLocks/>
                <a:stCxn id="744" idx="4"/>
                <a:endCxn id="783" idx="1"/>
              </p:cNvCxnSpPr>
              <p:nvPr/>
            </p:nvCxnSpPr>
            <p:spPr>
              <a:xfrm>
                <a:off x="21332692" y="10948667"/>
                <a:ext cx="89176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8" name="Straight Connector 757">
                <a:extLst>
                  <a:ext uri="{FF2B5EF4-FFF2-40B4-BE49-F238E27FC236}">
                    <a16:creationId xmlns:a16="http://schemas.microsoft.com/office/drawing/2014/main" id="{CF47C5B6-7A8D-E077-46E5-20C32AAB7CCC}"/>
                  </a:ext>
                </a:extLst>
              </p:cNvPr>
              <p:cNvCxnSpPr>
                <a:cxnSpLocks/>
                <a:stCxn id="744" idx="4"/>
                <a:endCxn id="781" idx="0"/>
              </p:cNvCxnSpPr>
              <p:nvPr/>
            </p:nvCxnSpPr>
            <p:spPr>
              <a:xfrm>
                <a:off x="21332692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59" name="Straight Connector 758">
                <a:extLst>
                  <a:ext uri="{FF2B5EF4-FFF2-40B4-BE49-F238E27FC236}">
                    <a16:creationId xmlns:a16="http://schemas.microsoft.com/office/drawing/2014/main" id="{7E9A1495-EAF2-17EF-14E1-6E8E4536F85E}"/>
                  </a:ext>
                </a:extLst>
              </p:cNvPr>
              <p:cNvCxnSpPr>
                <a:cxnSpLocks/>
                <a:stCxn id="745" idx="4"/>
                <a:endCxn id="784" idx="1"/>
              </p:cNvCxnSpPr>
              <p:nvPr/>
            </p:nvCxnSpPr>
            <p:spPr>
              <a:xfrm>
                <a:off x="21835886" y="10948667"/>
                <a:ext cx="81858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0" name="Straight Connector 759">
                <a:extLst>
                  <a:ext uri="{FF2B5EF4-FFF2-40B4-BE49-F238E27FC236}">
                    <a16:creationId xmlns:a16="http://schemas.microsoft.com/office/drawing/2014/main" id="{97E19AA7-A940-FF42-7B0E-3D2E51980A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5482" y="10943294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1" name="Straight Connector 760">
                <a:extLst>
                  <a:ext uri="{FF2B5EF4-FFF2-40B4-BE49-F238E27FC236}">
                    <a16:creationId xmlns:a16="http://schemas.microsoft.com/office/drawing/2014/main" id="{214D11B1-3B89-28F7-85FD-6189C07FD19B}"/>
                  </a:ext>
                </a:extLst>
              </p:cNvPr>
              <p:cNvCxnSpPr>
                <a:cxnSpLocks/>
                <a:stCxn id="746" idx="4"/>
                <a:endCxn id="783" idx="1"/>
              </p:cNvCxnSpPr>
              <p:nvPr/>
            </p:nvCxnSpPr>
            <p:spPr>
              <a:xfrm flipH="1">
                <a:off x="22224461" y="10948667"/>
                <a:ext cx="1272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13C7CF21-7E62-C189-2691-D5A763C79131}"/>
                  </a:ext>
                </a:extLst>
              </p:cNvPr>
              <p:cNvCxnSpPr>
                <a:cxnSpLocks/>
                <a:endCxn id="781" idx="0"/>
              </p:cNvCxnSpPr>
              <p:nvPr/>
            </p:nvCxnSpPr>
            <p:spPr>
              <a:xfrm flipH="1">
                <a:off x="21332692" y="10943294"/>
                <a:ext cx="1006387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3" name="Straight Connector 762">
                <a:extLst>
                  <a:ext uri="{FF2B5EF4-FFF2-40B4-BE49-F238E27FC236}">
                    <a16:creationId xmlns:a16="http://schemas.microsoft.com/office/drawing/2014/main" id="{99F44614-B351-6866-832E-A96CF0E5E666}"/>
                  </a:ext>
                </a:extLst>
              </p:cNvPr>
              <p:cNvCxnSpPr>
                <a:cxnSpLocks/>
                <a:endCxn id="782" idx="0"/>
              </p:cNvCxnSpPr>
              <p:nvPr/>
            </p:nvCxnSpPr>
            <p:spPr>
              <a:xfrm flipH="1">
                <a:off x="21835886" y="10943294"/>
                <a:ext cx="503193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4" name="Straight Connector 763">
                <a:extLst>
                  <a:ext uri="{FF2B5EF4-FFF2-40B4-BE49-F238E27FC236}">
                    <a16:creationId xmlns:a16="http://schemas.microsoft.com/office/drawing/2014/main" id="{A84321AD-9491-2892-BC8A-6925B0F29708}"/>
                  </a:ext>
                </a:extLst>
              </p:cNvPr>
              <p:cNvCxnSpPr>
                <a:cxnSpLocks/>
                <a:endCxn id="785" idx="0"/>
              </p:cNvCxnSpPr>
              <p:nvPr/>
            </p:nvCxnSpPr>
            <p:spPr>
              <a:xfrm flipH="1">
                <a:off x="20849095" y="10943294"/>
                <a:ext cx="1489984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5" name="Straight Connector 764">
                <a:extLst>
                  <a:ext uri="{FF2B5EF4-FFF2-40B4-BE49-F238E27FC236}">
                    <a16:creationId xmlns:a16="http://schemas.microsoft.com/office/drawing/2014/main" id="{F8E30984-6281-7011-DF6F-4C7A65764105}"/>
                  </a:ext>
                </a:extLst>
              </p:cNvPr>
              <p:cNvCxnSpPr>
                <a:cxnSpLocks/>
                <a:stCxn id="746" idx="4"/>
                <a:endCxn id="784" idx="1"/>
              </p:cNvCxnSpPr>
              <p:nvPr/>
            </p:nvCxnSpPr>
            <p:spPr>
              <a:xfrm>
                <a:off x="22351740" y="10948667"/>
                <a:ext cx="302731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6" name="Straight Connector 765">
                <a:extLst>
                  <a:ext uri="{FF2B5EF4-FFF2-40B4-BE49-F238E27FC236}">
                    <a16:creationId xmlns:a16="http://schemas.microsoft.com/office/drawing/2014/main" id="{9423D5D0-E2B8-671E-4E9A-6D592E4D0C97}"/>
                  </a:ext>
                </a:extLst>
              </p:cNvPr>
              <p:cNvCxnSpPr>
                <a:cxnSpLocks/>
                <a:stCxn id="781" idx="4"/>
                <a:endCxn id="747" idx="0"/>
              </p:cNvCxnSpPr>
              <p:nvPr/>
            </p:nvCxnSpPr>
            <p:spPr>
              <a:xfrm>
                <a:off x="21332692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7" name="Straight Connector 766">
                <a:extLst>
                  <a:ext uri="{FF2B5EF4-FFF2-40B4-BE49-F238E27FC236}">
                    <a16:creationId xmlns:a16="http://schemas.microsoft.com/office/drawing/2014/main" id="{F8D3C503-512F-B090-48CA-3924F390BE7C}"/>
                  </a:ext>
                </a:extLst>
              </p:cNvPr>
              <p:cNvCxnSpPr>
                <a:cxnSpLocks/>
                <a:stCxn id="782" idx="4"/>
                <a:endCxn id="747" idx="0"/>
              </p:cNvCxnSpPr>
              <p:nvPr/>
            </p:nvCxnSpPr>
            <p:spPr>
              <a:xfrm flipH="1"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F93525D8-CB82-044D-5F46-E97D01CF64EE}"/>
                  </a:ext>
                </a:extLst>
              </p:cNvPr>
              <p:cNvCxnSpPr>
                <a:cxnSpLocks/>
                <a:stCxn id="785" idx="4"/>
                <a:endCxn id="747" idx="0"/>
              </p:cNvCxnSpPr>
              <p:nvPr/>
            </p:nvCxnSpPr>
            <p:spPr>
              <a:xfrm>
                <a:off x="20849095" y="11754041"/>
                <a:ext cx="483597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203CCDE2-694D-E7D1-5006-B3FCA6E92CE3}"/>
                  </a:ext>
                </a:extLst>
              </p:cNvPr>
              <p:cNvCxnSpPr>
                <a:cxnSpLocks/>
                <a:stCxn id="783" idx="4"/>
                <a:endCxn id="747" idx="0"/>
              </p:cNvCxnSpPr>
              <p:nvPr/>
            </p:nvCxnSpPr>
            <p:spPr>
              <a:xfrm flipH="1"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402CFDA9-6716-51F5-6EE8-22BB1F2409AC}"/>
                  </a:ext>
                </a:extLst>
              </p:cNvPr>
              <p:cNvCxnSpPr>
                <a:cxnSpLocks/>
                <a:stCxn id="784" idx="4"/>
                <a:endCxn id="747" idx="0"/>
              </p:cNvCxnSpPr>
              <p:nvPr/>
            </p:nvCxnSpPr>
            <p:spPr>
              <a:xfrm flipH="1">
                <a:off x="21332692" y="11754041"/>
                <a:ext cx="144905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1" name="Straight Connector 770">
                <a:extLst>
                  <a:ext uri="{FF2B5EF4-FFF2-40B4-BE49-F238E27FC236}">
                    <a16:creationId xmlns:a16="http://schemas.microsoft.com/office/drawing/2014/main" id="{7181B549-6325-8232-EE99-8E4DF0E4259E}"/>
                  </a:ext>
                </a:extLst>
              </p:cNvPr>
              <p:cNvCxnSpPr>
                <a:cxnSpLocks/>
                <a:stCxn id="781" idx="4"/>
                <a:endCxn id="748" idx="0"/>
              </p:cNvCxnSpPr>
              <p:nvPr/>
            </p:nvCxnSpPr>
            <p:spPr>
              <a:xfrm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2" name="Straight Connector 771">
                <a:extLst>
                  <a:ext uri="{FF2B5EF4-FFF2-40B4-BE49-F238E27FC236}">
                    <a16:creationId xmlns:a16="http://schemas.microsoft.com/office/drawing/2014/main" id="{05A6D97B-499E-C42F-9B90-87E5FEF22CC4}"/>
                  </a:ext>
                </a:extLst>
              </p:cNvPr>
              <p:cNvCxnSpPr>
                <a:cxnSpLocks/>
                <a:stCxn id="782" idx="4"/>
                <a:endCxn id="748" idx="0"/>
              </p:cNvCxnSpPr>
              <p:nvPr/>
            </p:nvCxnSpPr>
            <p:spPr>
              <a:xfrm>
                <a:off x="21835886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3" name="Straight Connector 772">
                <a:extLst>
                  <a:ext uri="{FF2B5EF4-FFF2-40B4-BE49-F238E27FC236}">
                    <a16:creationId xmlns:a16="http://schemas.microsoft.com/office/drawing/2014/main" id="{1F403E96-E23D-F39B-CCBE-33CD7315264F}"/>
                  </a:ext>
                </a:extLst>
              </p:cNvPr>
              <p:cNvCxnSpPr>
                <a:cxnSpLocks/>
                <a:stCxn id="785" idx="4"/>
                <a:endCxn id="748" idx="0"/>
              </p:cNvCxnSpPr>
              <p:nvPr/>
            </p:nvCxnSpPr>
            <p:spPr>
              <a:xfrm>
                <a:off x="20849095" y="11754041"/>
                <a:ext cx="986791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4" name="Straight Connector 773">
                <a:extLst>
                  <a:ext uri="{FF2B5EF4-FFF2-40B4-BE49-F238E27FC236}">
                    <a16:creationId xmlns:a16="http://schemas.microsoft.com/office/drawing/2014/main" id="{4F283CCC-90DF-F99B-FD9C-A1E6A3E52D75}"/>
                  </a:ext>
                </a:extLst>
              </p:cNvPr>
              <p:cNvCxnSpPr>
                <a:cxnSpLocks/>
                <a:stCxn id="783" idx="4"/>
                <a:endCxn id="748" idx="0"/>
              </p:cNvCxnSpPr>
              <p:nvPr/>
            </p:nvCxnSpPr>
            <p:spPr>
              <a:xfrm flipH="1"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5" name="Straight Connector 774">
                <a:extLst>
                  <a:ext uri="{FF2B5EF4-FFF2-40B4-BE49-F238E27FC236}">
                    <a16:creationId xmlns:a16="http://schemas.microsoft.com/office/drawing/2014/main" id="{E741D662-B216-1ACD-83C7-252B4D7F3039}"/>
                  </a:ext>
                </a:extLst>
              </p:cNvPr>
              <p:cNvCxnSpPr>
                <a:cxnSpLocks/>
                <a:stCxn id="784" idx="4"/>
                <a:endCxn id="748" idx="0"/>
              </p:cNvCxnSpPr>
              <p:nvPr/>
            </p:nvCxnSpPr>
            <p:spPr>
              <a:xfrm flipH="1">
                <a:off x="21835886" y="11754041"/>
                <a:ext cx="94586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6" name="Straight Connector 775">
                <a:extLst>
                  <a:ext uri="{FF2B5EF4-FFF2-40B4-BE49-F238E27FC236}">
                    <a16:creationId xmlns:a16="http://schemas.microsoft.com/office/drawing/2014/main" id="{D2133F3D-BC90-CEE6-7D10-021330737725}"/>
                  </a:ext>
                </a:extLst>
              </p:cNvPr>
              <p:cNvCxnSpPr>
                <a:cxnSpLocks/>
                <a:stCxn id="783" idx="4"/>
                <a:endCxn id="749" idx="0"/>
              </p:cNvCxnSpPr>
              <p:nvPr/>
            </p:nvCxnSpPr>
            <p:spPr>
              <a:xfrm>
                <a:off x="22351740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7" name="Straight Connector 776">
                <a:extLst>
                  <a:ext uri="{FF2B5EF4-FFF2-40B4-BE49-F238E27FC236}">
                    <a16:creationId xmlns:a16="http://schemas.microsoft.com/office/drawing/2014/main" id="{E769E64A-E76A-E4BF-503D-B90FD1D7946B}"/>
                  </a:ext>
                </a:extLst>
              </p:cNvPr>
              <p:cNvCxnSpPr>
                <a:cxnSpLocks/>
                <a:stCxn id="784" idx="4"/>
                <a:endCxn id="749" idx="0"/>
              </p:cNvCxnSpPr>
              <p:nvPr/>
            </p:nvCxnSpPr>
            <p:spPr>
              <a:xfrm flipH="1">
                <a:off x="22351740" y="11754041"/>
                <a:ext cx="43001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8" name="Straight Connector 777">
                <a:extLst>
                  <a:ext uri="{FF2B5EF4-FFF2-40B4-BE49-F238E27FC236}">
                    <a16:creationId xmlns:a16="http://schemas.microsoft.com/office/drawing/2014/main" id="{E7AEAA70-E3F0-B324-2E00-937FEA347646}"/>
                  </a:ext>
                </a:extLst>
              </p:cNvPr>
              <p:cNvCxnSpPr>
                <a:cxnSpLocks/>
                <a:stCxn id="782" idx="4"/>
                <a:endCxn id="749" idx="0"/>
              </p:cNvCxnSpPr>
              <p:nvPr/>
            </p:nvCxnSpPr>
            <p:spPr>
              <a:xfrm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79" name="Straight Connector 778">
                <a:extLst>
                  <a:ext uri="{FF2B5EF4-FFF2-40B4-BE49-F238E27FC236}">
                    <a16:creationId xmlns:a16="http://schemas.microsoft.com/office/drawing/2014/main" id="{421F196E-8B92-5FC2-9033-FC533B29B9D3}"/>
                  </a:ext>
                </a:extLst>
              </p:cNvPr>
              <p:cNvCxnSpPr>
                <a:cxnSpLocks/>
                <a:stCxn id="785" idx="4"/>
                <a:endCxn id="749" idx="0"/>
              </p:cNvCxnSpPr>
              <p:nvPr/>
            </p:nvCxnSpPr>
            <p:spPr>
              <a:xfrm>
                <a:off x="20849095" y="11754041"/>
                <a:ext cx="1502645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80" name="Straight Connector 779">
                <a:extLst>
                  <a:ext uri="{FF2B5EF4-FFF2-40B4-BE49-F238E27FC236}">
                    <a16:creationId xmlns:a16="http://schemas.microsoft.com/office/drawing/2014/main" id="{878B2320-A7A0-5795-4E98-48DB4117D788}"/>
                  </a:ext>
                </a:extLst>
              </p:cNvPr>
              <p:cNvCxnSpPr>
                <a:cxnSpLocks/>
                <a:stCxn id="781" idx="4"/>
                <a:endCxn id="749" idx="0"/>
              </p:cNvCxnSpPr>
              <p:nvPr/>
            </p:nvCxnSpPr>
            <p:spPr>
              <a:xfrm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sp>
            <p:nvSpPr>
              <p:cNvPr id="781" name="Oval 780">
                <a:extLst>
                  <a:ext uri="{FF2B5EF4-FFF2-40B4-BE49-F238E27FC236}">
                    <a16:creationId xmlns:a16="http://schemas.microsoft.com/office/drawing/2014/main" id="{FBF90E56-8429-6EDF-A591-27EF3DB1174D}"/>
                  </a:ext>
                </a:extLst>
              </p:cNvPr>
              <p:cNvSpPr/>
              <p:nvPr/>
            </p:nvSpPr>
            <p:spPr>
              <a:xfrm>
                <a:off x="21152692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2" name="Oval 781">
                <a:extLst>
                  <a:ext uri="{FF2B5EF4-FFF2-40B4-BE49-F238E27FC236}">
                    <a16:creationId xmlns:a16="http://schemas.microsoft.com/office/drawing/2014/main" id="{34B70419-1AB6-FDB4-FDFB-BE92180178DE}"/>
                  </a:ext>
                </a:extLst>
              </p:cNvPr>
              <p:cNvSpPr/>
              <p:nvPr/>
            </p:nvSpPr>
            <p:spPr>
              <a:xfrm>
                <a:off x="21655886" y="11394042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3" name="Oval 782">
                <a:extLst>
                  <a:ext uri="{FF2B5EF4-FFF2-40B4-BE49-F238E27FC236}">
                    <a16:creationId xmlns:a16="http://schemas.microsoft.com/office/drawing/2014/main" id="{AB516159-12F4-1465-C69C-E5AE4D1CEEEE}"/>
                  </a:ext>
                </a:extLst>
              </p:cNvPr>
              <p:cNvSpPr/>
              <p:nvPr/>
            </p:nvSpPr>
            <p:spPr>
              <a:xfrm>
                <a:off x="2217174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4" name="Oval 783">
                <a:extLst>
                  <a:ext uri="{FF2B5EF4-FFF2-40B4-BE49-F238E27FC236}">
                    <a16:creationId xmlns:a16="http://schemas.microsoft.com/office/drawing/2014/main" id="{2D2C9893-8999-A3DE-0327-12FA248F99F9}"/>
                  </a:ext>
                </a:extLst>
              </p:cNvPr>
              <p:cNvSpPr/>
              <p:nvPr/>
            </p:nvSpPr>
            <p:spPr>
              <a:xfrm>
                <a:off x="2260175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5" name="Oval 784">
                <a:extLst>
                  <a:ext uri="{FF2B5EF4-FFF2-40B4-BE49-F238E27FC236}">
                    <a16:creationId xmlns:a16="http://schemas.microsoft.com/office/drawing/2014/main" id="{16F2C56A-5F89-593A-BEA4-A66B0EB86916}"/>
                  </a:ext>
                </a:extLst>
              </p:cNvPr>
              <p:cNvSpPr/>
              <p:nvPr/>
            </p:nvSpPr>
            <p:spPr>
              <a:xfrm>
                <a:off x="20669095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6" name="Oval 785">
                <a:extLst>
                  <a:ext uri="{FF2B5EF4-FFF2-40B4-BE49-F238E27FC236}">
                    <a16:creationId xmlns:a16="http://schemas.microsoft.com/office/drawing/2014/main" id="{824F89F9-CD39-375B-8598-E50FFE1370F0}"/>
                  </a:ext>
                </a:extLst>
              </p:cNvPr>
              <p:cNvSpPr/>
              <p:nvPr/>
            </p:nvSpPr>
            <p:spPr>
              <a:xfrm>
                <a:off x="21182428" y="12204777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7" name="Oval 786">
                <a:extLst>
                  <a:ext uri="{FF2B5EF4-FFF2-40B4-BE49-F238E27FC236}">
                    <a16:creationId xmlns:a16="http://schemas.microsoft.com/office/drawing/2014/main" id="{96F3F2E8-E383-56B1-443A-E21C822EC43E}"/>
                  </a:ext>
                </a:extLst>
              </p:cNvPr>
              <p:cNvSpPr/>
              <p:nvPr/>
            </p:nvSpPr>
            <p:spPr>
              <a:xfrm>
                <a:off x="21685621" y="12204777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8" name="Oval 787">
                <a:extLst>
                  <a:ext uri="{FF2B5EF4-FFF2-40B4-BE49-F238E27FC236}">
                    <a16:creationId xmlns:a16="http://schemas.microsoft.com/office/drawing/2014/main" id="{3DB7533A-6AC8-629C-CF3A-CB9239542222}"/>
                  </a:ext>
                </a:extLst>
              </p:cNvPr>
              <p:cNvSpPr/>
              <p:nvPr/>
            </p:nvSpPr>
            <p:spPr>
              <a:xfrm>
                <a:off x="22201475" y="12204777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9" name="Oval 788">
                <a:extLst>
                  <a:ext uri="{FF2B5EF4-FFF2-40B4-BE49-F238E27FC236}">
                    <a16:creationId xmlns:a16="http://schemas.microsoft.com/office/drawing/2014/main" id="{4ABA3B04-DFBC-5C23-FEED-F5012D9A037D}"/>
                  </a:ext>
                </a:extLst>
              </p:cNvPr>
              <p:cNvSpPr/>
              <p:nvPr/>
            </p:nvSpPr>
            <p:spPr>
              <a:xfrm>
                <a:off x="21685621" y="11394039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0" name="Oval 789">
                <a:extLst>
                  <a:ext uri="{FF2B5EF4-FFF2-40B4-BE49-F238E27FC236}">
                    <a16:creationId xmlns:a16="http://schemas.microsoft.com/office/drawing/2014/main" id="{BE47B72E-6E62-26BF-4DD9-C1AEA3974302}"/>
                  </a:ext>
                </a:extLst>
              </p:cNvPr>
              <p:cNvSpPr/>
              <p:nvPr/>
            </p:nvSpPr>
            <p:spPr>
              <a:xfrm>
                <a:off x="22201475" y="11394039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1" name="Oval 790">
                <a:extLst>
                  <a:ext uri="{FF2B5EF4-FFF2-40B4-BE49-F238E27FC236}">
                    <a16:creationId xmlns:a16="http://schemas.microsoft.com/office/drawing/2014/main" id="{6CE7A27B-BB8E-5130-7405-7DA1301B7C58}"/>
                  </a:ext>
                </a:extLst>
              </p:cNvPr>
              <p:cNvSpPr/>
              <p:nvPr/>
            </p:nvSpPr>
            <p:spPr>
              <a:xfrm>
                <a:off x="22631485" y="11394039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DB31E742-7035-9455-BEB7-CB1DF29E3550}"/>
                </a:ext>
              </a:extLst>
            </p:cNvPr>
            <p:cNvGrpSpPr/>
            <p:nvPr/>
          </p:nvGrpSpPr>
          <p:grpSpPr>
            <a:xfrm>
              <a:off x="1223530" y="2112837"/>
              <a:ext cx="457848" cy="461003"/>
              <a:chOff x="20669095" y="10588667"/>
              <a:chExt cx="2292655" cy="1976112"/>
            </a:xfrm>
          </p:grpSpPr>
          <p:sp>
            <p:nvSpPr>
              <p:cNvPr id="702" name="Oval 701">
                <a:extLst>
                  <a:ext uri="{FF2B5EF4-FFF2-40B4-BE49-F238E27FC236}">
                    <a16:creationId xmlns:a16="http://schemas.microsoft.com/office/drawing/2014/main" id="{6F775D80-5D01-842F-4DB3-C3218C31639A}"/>
                  </a:ext>
                </a:extLst>
              </p:cNvPr>
              <p:cNvSpPr/>
              <p:nvPr/>
            </p:nvSpPr>
            <p:spPr>
              <a:xfrm>
                <a:off x="21152692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3" name="Oval 702">
                <a:extLst>
                  <a:ext uri="{FF2B5EF4-FFF2-40B4-BE49-F238E27FC236}">
                    <a16:creationId xmlns:a16="http://schemas.microsoft.com/office/drawing/2014/main" id="{78B67E85-D1CA-249A-062D-2B0F8C86DDB6}"/>
                  </a:ext>
                </a:extLst>
              </p:cNvPr>
              <p:cNvSpPr/>
              <p:nvPr/>
            </p:nvSpPr>
            <p:spPr>
              <a:xfrm>
                <a:off x="21655886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4" name="Oval 703">
                <a:extLst>
                  <a:ext uri="{FF2B5EF4-FFF2-40B4-BE49-F238E27FC236}">
                    <a16:creationId xmlns:a16="http://schemas.microsoft.com/office/drawing/2014/main" id="{7BC85168-9454-D3FB-93F0-8B2BE4E98C2A}"/>
                  </a:ext>
                </a:extLst>
              </p:cNvPr>
              <p:cNvSpPr/>
              <p:nvPr/>
            </p:nvSpPr>
            <p:spPr>
              <a:xfrm>
                <a:off x="22171740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5" name="Oval 704">
                <a:extLst>
                  <a:ext uri="{FF2B5EF4-FFF2-40B4-BE49-F238E27FC236}">
                    <a16:creationId xmlns:a16="http://schemas.microsoft.com/office/drawing/2014/main" id="{D696A335-C1AD-1061-21D3-D4232AEC06B7}"/>
                  </a:ext>
                </a:extLst>
              </p:cNvPr>
              <p:cNvSpPr/>
              <p:nvPr/>
            </p:nvSpPr>
            <p:spPr>
              <a:xfrm>
                <a:off x="21152692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6" name="Oval 705">
                <a:extLst>
                  <a:ext uri="{FF2B5EF4-FFF2-40B4-BE49-F238E27FC236}">
                    <a16:creationId xmlns:a16="http://schemas.microsoft.com/office/drawing/2014/main" id="{5A2FD27A-58E1-F791-07C0-CF8586B1A377}"/>
                  </a:ext>
                </a:extLst>
              </p:cNvPr>
              <p:cNvSpPr/>
              <p:nvPr/>
            </p:nvSpPr>
            <p:spPr>
              <a:xfrm>
                <a:off x="21655886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7" name="Oval 706">
                <a:extLst>
                  <a:ext uri="{FF2B5EF4-FFF2-40B4-BE49-F238E27FC236}">
                    <a16:creationId xmlns:a16="http://schemas.microsoft.com/office/drawing/2014/main" id="{48822315-30FC-5EB8-9571-BFDBD8998789}"/>
                  </a:ext>
                </a:extLst>
              </p:cNvPr>
              <p:cNvSpPr/>
              <p:nvPr/>
            </p:nvSpPr>
            <p:spPr>
              <a:xfrm>
                <a:off x="22171740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08" name="Straight Connector 707">
                <a:extLst>
                  <a:ext uri="{FF2B5EF4-FFF2-40B4-BE49-F238E27FC236}">
                    <a16:creationId xmlns:a16="http://schemas.microsoft.com/office/drawing/2014/main" id="{A796364B-0E50-CA43-26BE-D9FCD6B32F32}"/>
                  </a:ext>
                </a:extLst>
              </p:cNvPr>
              <p:cNvCxnSpPr>
                <a:cxnSpLocks/>
                <a:stCxn id="702" idx="4"/>
                <a:endCxn id="743" idx="0"/>
              </p:cNvCxnSpPr>
              <p:nvPr/>
            </p:nvCxnSpPr>
            <p:spPr>
              <a:xfrm flipH="1">
                <a:off x="20849095" y="10948667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09" name="Straight Connector 708">
                <a:extLst>
                  <a:ext uri="{FF2B5EF4-FFF2-40B4-BE49-F238E27FC236}">
                    <a16:creationId xmlns:a16="http://schemas.microsoft.com/office/drawing/2014/main" id="{709D2EF1-C84B-AD51-01A8-318973196B30}"/>
                  </a:ext>
                </a:extLst>
              </p:cNvPr>
              <p:cNvCxnSpPr>
                <a:cxnSpLocks/>
                <a:stCxn id="703" idx="4"/>
                <a:endCxn id="739" idx="0"/>
              </p:cNvCxnSpPr>
              <p:nvPr/>
            </p:nvCxnSpPr>
            <p:spPr>
              <a:xfrm flipH="1"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0" name="Straight Connector 709">
                <a:extLst>
                  <a:ext uri="{FF2B5EF4-FFF2-40B4-BE49-F238E27FC236}">
                    <a16:creationId xmlns:a16="http://schemas.microsoft.com/office/drawing/2014/main" id="{8EC502B5-2728-3BB7-5EB3-0B5556467835}"/>
                  </a:ext>
                </a:extLst>
              </p:cNvPr>
              <p:cNvCxnSpPr>
                <a:cxnSpLocks/>
                <a:stCxn id="703" idx="4"/>
                <a:endCxn id="740" idx="0"/>
              </p:cNvCxnSpPr>
              <p:nvPr/>
            </p:nvCxnSpPr>
            <p:spPr>
              <a:xfrm>
                <a:off x="21835886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1" name="Straight Connector 710">
                <a:extLst>
                  <a:ext uri="{FF2B5EF4-FFF2-40B4-BE49-F238E27FC236}">
                    <a16:creationId xmlns:a16="http://schemas.microsoft.com/office/drawing/2014/main" id="{8B020DA8-B554-2500-5FF7-8C536B4F5175}"/>
                  </a:ext>
                </a:extLst>
              </p:cNvPr>
              <p:cNvCxnSpPr>
                <a:cxnSpLocks/>
                <a:stCxn id="703" idx="4"/>
                <a:endCxn id="741" idx="1"/>
              </p:cNvCxnSpPr>
              <p:nvPr/>
            </p:nvCxnSpPr>
            <p:spPr>
              <a:xfrm>
                <a:off x="21835886" y="10948667"/>
                <a:ext cx="38857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2" name="Straight Connector 711">
                <a:extLst>
                  <a:ext uri="{FF2B5EF4-FFF2-40B4-BE49-F238E27FC236}">
                    <a16:creationId xmlns:a16="http://schemas.microsoft.com/office/drawing/2014/main" id="{9C6EBA8E-4187-7075-C70C-DF3B9816B3E4}"/>
                  </a:ext>
                </a:extLst>
              </p:cNvPr>
              <p:cNvCxnSpPr>
                <a:cxnSpLocks/>
                <a:stCxn id="703" idx="4"/>
                <a:endCxn id="743" idx="0"/>
              </p:cNvCxnSpPr>
              <p:nvPr/>
            </p:nvCxnSpPr>
            <p:spPr>
              <a:xfrm flipH="1">
                <a:off x="20849095" y="10948667"/>
                <a:ext cx="986791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3" name="Straight Connector 712">
                <a:extLst>
                  <a:ext uri="{FF2B5EF4-FFF2-40B4-BE49-F238E27FC236}">
                    <a16:creationId xmlns:a16="http://schemas.microsoft.com/office/drawing/2014/main" id="{2335F336-40EE-2414-2896-AB82145C355C}"/>
                  </a:ext>
                </a:extLst>
              </p:cNvPr>
              <p:cNvCxnSpPr>
                <a:cxnSpLocks/>
                <a:stCxn id="702" idx="4"/>
                <a:endCxn id="742" idx="1"/>
              </p:cNvCxnSpPr>
              <p:nvPr/>
            </p:nvCxnSpPr>
            <p:spPr>
              <a:xfrm>
                <a:off x="21332692" y="10948667"/>
                <a:ext cx="13217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4" name="Straight Connector 713">
                <a:extLst>
                  <a:ext uri="{FF2B5EF4-FFF2-40B4-BE49-F238E27FC236}">
                    <a16:creationId xmlns:a16="http://schemas.microsoft.com/office/drawing/2014/main" id="{FA5FE942-E460-F0C2-B80E-72D0E008B292}"/>
                  </a:ext>
                </a:extLst>
              </p:cNvPr>
              <p:cNvCxnSpPr>
                <a:cxnSpLocks/>
                <a:stCxn id="702" idx="4"/>
                <a:endCxn id="740" idx="0"/>
              </p:cNvCxnSpPr>
              <p:nvPr/>
            </p:nvCxnSpPr>
            <p:spPr>
              <a:xfrm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9079824A-3432-B3E4-E82F-5F96D767819E}"/>
                  </a:ext>
                </a:extLst>
              </p:cNvPr>
              <p:cNvCxnSpPr>
                <a:cxnSpLocks/>
                <a:stCxn id="702" idx="4"/>
                <a:endCxn id="741" idx="1"/>
              </p:cNvCxnSpPr>
              <p:nvPr/>
            </p:nvCxnSpPr>
            <p:spPr>
              <a:xfrm>
                <a:off x="21332692" y="10948667"/>
                <a:ext cx="89176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AFE070AD-5B62-48FB-50AF-3EF44A4BC915}"/>
                  </a:ext>
                </a:extLst>
              </p:cNvPr>
              <p:cNvCxnSpPr>
                <a:cxnSpLocks/>
                <a:stCxn id="702" idx="4"/>
                <a:endCxn id="739" idx="0"/>
              </p:cNvCxnSpPr>
              <p:nvPr/>
            </p:nvCxnSpPr>
            <p:spPr>
              <a:xfrm>
                <a:off x="21332692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D75BDF25-4728-22C8-C715-A4EC50577393}"/>
                  </a:ext>
                </a:extLst>
              </p:cNvPr>
              <p:cNvCxnSpPr>
                <a:cxnSpLocks/>
                <a:stCxn id="703" idx="4"/>
                <a:endCxn id="742" idx="1"/>
              </p:cNvCxnSpPr>
              <p:nvPr/>
            </p:nvCxnSpPr>
            <p:spPr>
              <a:xfrm>
                <a:off x="21835886" y="10948667"/>
                <a:ext cx="81858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8" name="Straight Connector 717">
                <a:extLst>
                  <a:ext uri="{FF2B5EF4-FFF2-40B4-BE49-F238E27FC236}">
                    <a16:creationId xmlns:a16="http://schemas.microsoft.com/office/drawing/2014/main" id="{83AEECB8-C8F1-9578-EDCE-331D809F5E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5482" y="10943294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72635512-2AB0-669F-903A-04EA44865D45}"/>
                  </a:ext>
                </a:extLst>
              </p:cNvPr>
              <p:cNvCxnSpPr>
                <a:cxnSpLocks/>
                <a:stCxn id="704" idx="4"/>
                <a:endCxn id="741" idx="1"/>
              </p:cNvCxnSpPr>
              <p:nvPr/>
            </p:nvCxnSpPr>
            <p:spPr>
              <a:xfrm flipH="1">
                <a:off x="22224461" y="10948667"/>
                <a:ext cx="1272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772AB25D-0EDC-0B2C-B940-CC6A237F6C85}"/>
                  </a:ext>
                </a:extLst>
              </p:cNvPr>
              <p:cNvCxnSpPr>
                <a:cxnSpLocks/>
                <a:endCxn id="739" idx="0"/>
              </p:cNvCxnSpPr>
              <p:nvPr/>
            </p:nvCxnSpPr>
            <p:spPr>
              <a:xfrm flipH="1">
                <a:off x="21332692" y="10943294"/>
                <a:ext cx="1006387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73585125-CA73-FD35-7556-CAFAD525DA33}"/>
                  </a:ext>
                </a:extLst>
              </p:cNvPr>
              <p:cNvCxnSpPr>
                <a:cxnSpLocks/>
                <a:endCxn id="740" idx="0"/>
              </p:cNvCxnSpPr>
              <p:nvPr/>
            </p:nvCxnSpPr>
            <p:spPr>
              <a:xfrm flipH="1">
                <a:off x="21835886" y="10943294"/>
                <a:ext cx="503193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69879345-41D1-3211-1661-022C9371A088}"/>
                  </a:ext>
                </a:extLst>
              </p:cNvPr>
              <p:cNvCxnSpPr>
                <a:cxnSpLocks/>
                <a:endCxn id="743" idx="0"/>
              </p:cNvCxnSpPr>
              <p:nvPr/>
            </p:nvCxnSpPr>
            <p:spPr>
              <a:xfrm flipH="1">
                <a:off x="20849095" y="10943294"/>
                <a:ext cx="1489984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DC5C0D69-61DA-7F22-07F7-040954C2DD82}"/>
                  </a:ext>
                </a:extLst>
              </p:cNvPr>
              <p:cNvCxnSpPr>
                <a:cxnSpLocks/>
                <a:stCxn id="704" idx="4"/>
                <a:endCxn id="742" idx="1"/>
              </p:cNvCxnSpPr>
              <p:nvPr/>
            </p:nvCxnSpPr>
            <p:spPr>
              <a:xfrm>
                <a:off x="22351740" y="10948667"/>
                <a:ext cx="302731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6924C881-30DF-4653-CE31-0E245A1507B2}"/>
                  </a:ext>
                </a:extLst>
              </p:cNvPr>
              <p:cNvCxnSpPr>
                <a:cxnSpLocks/>
                <a:stCxn id="739" idx="4"/>
                <a:endCxn id="705" idx="0"/>
              </p:cNvCxnSpPr>
              <p:nvPr/>
            </p:nvCxnSpPr>
            <p:spPr>
              <a:xfrm>
                <a:off x="21332692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789F6E3A-71E3-08F4-C27B-C841AF38D75D}"/>
                  </a:ext>
                </a:extLst>
              </p:cNvPr>
              <p:cNvCxnSpPr>
                <a:cxnSpLocks/>
                <a:stCxn id="740" idx="4"/>
                <a:endCxn id="705" idx="0"/>
              </p:cNvCxnSpPr>
              <p:nvPr/>
            </p:nvCxnSpPr>
            <p:spPr>
              <a:xfrm flipH="1"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0A183460-D747-F9C5-E506-DF456985D1AA}"/>
                  </a:ext>
                </a:extLst>
              </p:cNvPr>
              <p:cNvCxnSpPr>
                <a:cxnSpLocks/>
                <a:stCxn id="743" idx="4"/>
                <a:endCxn id="705" idx="0"/>
              </p:cNvCxnSpPr>
              <p:nvPr/>
            </p:nvCxnSpPr>
            <p:spPr>
              <a:xfrm>
                <a:off x="20849095" y="11754041"/>
                <a:ext cx="483597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A78D1FBC-320B-F7D2-A1C8-4E9E87EB8E01}"/>
                  </a:ext>
                </a:extLst>
              </p:cNvPr>
              <p:cNvCxnSpPr>
                <a:cxnSpLocks/>
                <a:stCxn id="741" idx="4"/>
                <a:endCxn id="705" idx="0"/>
              </p:cNvCxnSpPr>
              <p:nvPr/>
            </p:nvCxnSpPr>
            <p:spPr>
              <a:xfrm flipH="1"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904D740E-332F-DCA0-ACC7-AEC57461D421}"/>
                  </a:ext>
                </a:extLst>
              </p:cNvPr>
              <p:cNvCxnSpPr>
                <a:cxnSpLocks/>
                <a:stCxn id="742" idx="4"/>
                <a:endCxn id="705" idx="0"/>
              </p:cNvCxnSpPr>
              <p:nvPr/>
            </p:nvCxnSpPr>
            <p:spPr>
              <a:xfrm flipH="1">
                <a:off x="21332692" y="11754041"/>
                <a:ext cx="144905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29" name="Straight Connector 728">
                <a:extLst>
                  <a:ext uri="{FF2B5EF4-FFF2-40B4-BE49-F238E27FC236}">
                    <a16:creationId xmlns:a16="http://schemas.microsoft.com/office/drawing/2014/main" id="{64605988-8B14-AFE5-49DE-E04ACC7B85FE}"/>
                  </a:ext>
                </a:extLst>
              </p:cNvPr>
              <p:cNvCxnSpPr>
                <a:cxnSpLocks/>
                <a:stCxn id="739" idx="4"/>
                <a:endCxn id="706" idx="0"/>
              </p:cNvCxnSpPr>
              <p:nvPr/>
            </p:nvCxnSpPr>
            <p:spPr>
              <a:xfrm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0" name="Straight Connector 729">
                <a:extLst>
                  <a:ext uri="{FF2B5EF4-FFF2-40B4-BE49-F238E27FC236}">
                    <a16:creationId xmlns:a16="http://schemas.microsoft.com/office/drawing/2014/main" id="{46A9AEC7-6852-124B-D309-01C48970F73A}"/>
                  </a:ext>
                </a:extLst>
              </p:cNvPr>
              <p:cNvCxnSpPr>
                <a:cxnSpLocks/>
                <a:stCxn id="740" idx="4"/>
                <a:endCxn id="706" idx="0"/>
              </p:cNvCxnSpPr>
              <p:nvPr/>
            </p:nvCxnSpPr>
            <p:spPr>
              <a:xfrm>
                <a:off x="21835886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1" name="Straight Connector 730">
                <a:extLst>
                  <a:ext uri="{FF2B5EF4-FFF2-40B4-BE49-F238E27FC236}">
                    <a16:creationId xmlns:a16="http://schemas.microsoft.com/office/drawing/2014/main" id="{23180E1B-3E50-66C6-0AC1-2F9F907DCB4A}"/>
                  </a:ext>
                </a:extLst>
              </p:cNvPr>
              <p:cNvCxnSpPr>
                <a:cxnSpLocks/>
                <a:stCxn id="743" idx="4"/>
                <a:endCxn id="706" idx="0"/>
              </p:cNvCxnSpPr>
              <p:nvPr/>
            </p:nvCxnSpPr>
            <p:spPr>
              <a:xfrm>
                <a:off x="20849095" y="11754041"/>
                <a:ext cx="986791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2" name="Straight Connector 731">
                <a:extLst>
                  <a:ext uri="{FF2B5EF4-FFF2-40B4-BE49-F238E27FC236}">
                    <a16:creationId xmlns:a16="http://schemas.microsoft.com/office/drawing/2014/main" id="{240B4D8E-58E9-C220-F36B-C3E3022F3E70}"/>
                  </a:ext>
                </a:extLst>
              </p:cNvPr>
              <p:cNvCxnSpPr>
                <a:cxnSpLocks/>
                <a:stCxn id="741" idx="4"/>
                <a:endCxn id="706" idx="0"/>
              </p:cNvCxnSpPr>
              <p:nvPr/>
            </p:nvCxnSpPr>
            <p:spPr>
              <a:xfrm flipH="1"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9B6F4A7A-1F83-F179-9A5F-8275797D6DCB}"/>
                  </a:ext>
                </a:extLst>
              </p:cNvPr>
              <p:cNvCxnSpPr>
                <a:cxnSpLocks/>
                <a:stCxn id="742" idx="4"/>
                <a:endCxn id="706" idx="0"/>
              </p:cNvCxnSpPr>
              <p:nvPr/>
            </p:nvCxnSpPr>
            <p:spPr>
              <a:xfrm flipH="1">
                <a:off x="21835886" y="11754041"/>
                <a:ext cx="94586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E2C9F860-E333-0DCC-0DF9-2485AC609523}"/>
                  </a:ext>
                </a:extLst>
              </p:cNvPr>
              <p:cNvCxnSpPr>
                <a:cxnSpLocks/>
                <a:stCxn id="741" idx="4"/>
                <a:endCxn id="707" idx="0"/>
              </p:cNvCxnSpPr>
              <p:nvPr/>
            </p:nvCxnSpPr>
            <p:spPr>
              <a:xfrm>
                <a:off x="22351740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C53026CC-365E-9FAB-5401-B3A0D0D32BD7}"/>
                  </a:ext>
                </a:extLst>
              </p:cNvPr>
              <p:cNvCxnSpPr>
                <a:cxnSpLocks/>
                <a:stCxn id="742" idx="4"/>
                <a:endCxn id="707" idx="0"/>
              </p:cNvCxnSpPr>
              <p:nvPr/>
            </p:nvCxnSpPr>
            <p:spPr>
              <a:xfrm flipH="1">
                <a:off x="22351740" y="11754041"/>
                <a:ext cx="43001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76EBE171-5B1C-E6CC-CD26-E1F3284C7F02}"/>
                  </a:ext>
                </a:extLst>
              </p:cNvPr>
              <p:cNvCxnSpPr>
                <a:cxnSpLocks/>
                <a:stCxn id="740" idx="4"/>
                <a:endCxn id="707" idx="0"/>
              </p:cNvCxnSpPr>
              <p:nvPr/>
            </p:nvCxnSpPr>
            <p:spPr>
              <a:xfrm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7" name="Straight Connector 736">
                <a:extLst>
                  <a:ext uri="{FF2B5EF4-FFF2-40B4-BE49-F238E27FC236}">
                    <a16:creationId xmlns:a16="http://schemas.microsoft.com/office/drawing/2014/main" id="{F28DB055-8350-B2C8-32DF-1CFF67583393}"/>
                  </a:ext>
                </a:extLst>
              </p:cNvPr>
              <p:cNvCxnSpPr>
                <a:cxnSpLocks/>
                <a:stCxn id="743" idx="4"/>
                <a:endCxn id="707" idx="0"/>
              </p:cNvCxnSpPr>
              <p:nvPr/>
            </p:nvCxnSpPr>
            <p:spPr>
              <a:xfrm>
                <a:off x="20849095" y="11754041"/>
                <a:ext cx="1502645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738" name="Straight Connector 737">
                <a:extLst>
                  <a:ext uri="{FF2B5EF4-FFF2-40B4-BE49-F238E27FC236}">
                    <a16:creationId xmlns:a16="http://schemas.microsoft.com/office/drawing/2014/main" id="{25841999-B8CC-1B40-EFF5-25C9D92F03D7}"/>
                  </a:ext>
                </a:extLst>
              </p:cNvPr>
              <p:cNvCxnSpPr>
                <a:cxnSpLocks/>
                <a:stCxn id="739" idx="4"/>
                <a:endCxn id="707" idx="0"/>
              </p:cNvCxnSpPr>
              <p:nvPr/>
            </p:nvCxnSpPr>
            <p:spPr>
              <a:xfrm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sp>
            <p:nvSpPr>
              <p:cNvPr id="739" name="Oval 738">
                <a:extLst>
                  <a:ext uri="{FF2B5EF4-FFF2-40B4-BE49-F238E27FC236}">
                    <a16:creationId xmlns:a16="http://schemas.microsoft.com/office/drawing/2014/main" id="{B05F7331-59DF-7D78-2A4D-B46D56014BE9}"/>
                  </a:ext>
                </a:extLst>
              </p:cNvPr>
              <p:cNvSpPr/>
              <p:nvPr/>
            </p:nvSpPr>
            <p:spPr>
              <a:xfrm>
                <a:off x="21152692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0" name="Oval 739">
                <a:extLst>
                  <a:ext uri="{FF2B5EF4-FFF2-40B4-BE49-F238E27FC236}">
                    <a16:creationId xmlns:a16="http://schemas.microsoft.com/office/drawing/2014/main" id="{9D7A256A-D876-1B06-7B5D-55CD243B4DDE}"/>
                  </a:ext>
                </a:extLst>
              </p:cNvPr>
              <p:cNvSpPr/>
              <p:nvPr/>
            </p:nvSpPr>
            <p:spPr>
              <a:xfrm>
                <a:off x="21655886" y="11394042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1" name="Oval 740">
                <a:extLst>
                  <a:ext uri="{FF2B5EF4-FFF2-40B4-BE49-F238E27FC236}">
                    <a16:creationId xmlns:a16="http://schemas.microsoft.com/office/drawing/2014/main" id="{B6E148AB-8DA5-26A3-575E-E0EB33FBE0B2}"/>
                  </a:ext>
                </a:extLst>
              </p:cNvPr>
              <p:cNvSpPr/>
              <p:nvPr/>
            </p:nvSpPr>
            <p:spPr>
              <a:xfrm>
                <a:off x="2217174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2" name="Oval 741">
                <a:extLst>
                  <a:ext uri="{FF2B5EF4-FFF2-40B4-BE49-F238E27FC236}">
                    <a16:creationId xmlns:a16="http://schemas.microsoft.com/office/drawing/2014/main" id="{8F4591DA-B4BD-0453-8124-DD74BF1E805D}"/>
                  </a:ext>
                </a:extLst>
              </p:cNvPr>
              <p:cNvSpPr/>
              <p:nvPr/>
            </p:nvSpPr>
            <p:spPr>
              <a:xfrm>
                <a:off x="2260175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3" name="Oval 742">
                <a:extLst>
                  <a:ext uri="{FF2B5EF4-FFF2-40B4-BE49-F238E27FC236}">
                    <a16:creationId xmlns:a16="http://schemas.microsoft.com/office/drawing/2014/main" id="{3D289DFF-D2B6-5CB0-FB72-7ABAD5BD4C3B}"/>
                  </a:ext>
                </a:extLst>
              </p:cNvPr>
              <p:cNvSpPr/>
              <p:nvPr/>
            </p:nvSpPr>
            <p:spPr>
              <a:xfrm>
                <a:off x="20669095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3" name="Group 612">
              <a:extLst>
                <a:ext uri="{FF2B5EF4-FFF2-40B4-BE49-F238E27FC236}">
                  <a16:creationId xmlns:a16="http://schemas.microsoft.com/office/drawing/2014/main" id="{D78154EA-01A8-8B40-F201-1EDA28FBAECC}"/>
                </a:ext>
              </a:extLst>
            </p:cNvPr>
            <p:cNvGrpSpPr/>
            <p:nvPr/>
          </p:nvGrpSpPr>
          <p:grpSpPr>
            <a:xfrm>
              <a:off x="2381252" y="2112837"/>
              <a:ext cx="457848" cy="461003"/>
              <a:chOff x="20669095" y="10588667"/>
              <a:chExt cx="2292655" cy="1976112"/>
            </a:xfrm>
          </p:grpSpPr>
          <p:sp>
            <p:nvSpPr>
              <p:cNvPr id="660" name="Oval 659">
                <a:extLst>
                  <a:ext uri="{FF2B5EF4-FFF2-40B4-BE49-F238E27FC236}">
                    <a16:creationId xmlns:a16="http://schemas.microsoft.com/office/drawing/2014/main" id="{B5610B85-FA10-AEC2-227E-BE6523D16084}"/>
                  </a:ext>
                </a:extLst>
              </p:cNvPr>
              <p:cNvSpPr/>
              <p:nvPr/>
            </p:nvSpPr>
            <p:spPr>
              <a:xfrm>
                <a:off x="21152692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1" name="Oval 660">
                <a:extLst>
                  <a:ext uri="{FF2B5EF4-FFF2-40B4-BE49-F238E27FC236}">
                    <a16:creationId xmlns:a16="http://schemas.microsoft.com/office/drawing/2014/main" id="{2458AB7C-D20C-5301-CAC2-15E11A23FC7E}"/>
                  </a:ext>
                </a:extLst>
              </p:cNvPr>
              <p:cNvSpPr/>
              <p:nvPr/>
            </p:nvSpPr>
            <p:spPr>
              <a:xfrm>
                <a:off x="21655886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2" name="Oval 661">
                <a:extLst>
                  <a:ext uri="{FF2B5EF4-FFF2-40B4-BE49-F238E27FC236}">
                    <a16:creationId xmlns:a16="http://schemas.microsoft.com/office/drawing/2014/main" id="{0A39174E-AFC6-7763-64DD-67A40CF2FCAD}"/>
                  </a:ext>
                </a:extLst>
              </p:cNvPr>
              <p:cNvSpPr/>
              <p:nvPr/>
            </p:nvSpPr>
            <p:spPr>
              <a:xfrm>
                <a:off x="22171740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3" name="Oval 662">
                <a:extLst>
                  <a:ext uri="{FF2B5EF4-FFF2-40B4-BE49-F238E27FC236}">
                    <a16:creationId xmlns:a16="http://schemas.microsoft.com/office/drawing/2014/main" id="{9E23619A-27D4-6344-04D8-375BE2EFD48B}"/>
                  </a:ext>
                </a:extLst>
              </p:cNvPr>
              <p:cNvSpPr/>
              <p:nvPr/>
            </p:nvSpPr>
            <p:spPr>
              <a:xfrm>
                <a:off x="21152692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4" name="Oval 663">
                <a:extLst>
                  <a:ext uri="{FF2B5EF4-FFF2-40B4-BE49-F238E27FC236}">
                    <a16:creationId xmlns:a16="http://schemas.microsoft.com/office/drawing/2014/main" id="{8C8EDB4C-5B9C-3440-4533-FB36A26E70C9}"/>
                  </a:ext>
                </a:extLst>
              </p:cNvPr>
              <p:cNvSpPr/>
              <p:nvPr/>
            </p:nvSpPr>
            <p:spPr>
              <a:xfrm>
                <a:off x="21655886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5" name="Oval 664">
                <a:extLst>
                  <a:ext uri="{FF2B5EF4-FFF2-40B4-BE49-F238E27FC236}">
                    <a16:creationId xmlns:a16="http://schemas.microsoft.com/office/drawing/2014/main" id="{4D03C785-19C7-4C3C-D26C-A5A3C1FAA76A}"/>
                  </a:ext>
                </a:extLst>
              </p:cNvPr>
              <p:cNvSpPr/>
              <p:nvPr/>
            </p:nvSpPr>
            <p:spPr>
              <a:xfrm>
                <a:off x="22171740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66" name="Straight Connector 665">
                <a:extLst>
                  <a:ext uri="{FF2B5EF4-FFF2-40B4-BE49-F238E27FC236}">
                    <a16:creationId xmlns:a16="http://schemas.microsoft.com/office/drawing/2014/main" id="{700E3703-E8E8-F9E7-BB4D-F1C175F8DEB7}"/>
                  </a:ext>
                </a:extLst>
              </p:cNvPr>
              <p:cNvCxnSpPr>
                <a:cxnSpLocks/>
                <a:stCxn id="660" idx="4"/>
                <a:endCxn id="701" idx="0"/>
              </p:cNvCxnSpPr>
              <p:nvPr/>
            </p:nvCxnSpPr>
            <p:spPr>
              <a:xfrm flipH="1">
                <a:off x="20849095" y="10948667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67" name="Straight Connector 666">
                <a:extLst>
                  <a:ext uri="{FF2B5EF4-FFF2-40B4-BE49-F238E27FC236}">
                    <a16:creationId xmlns:a16="http://schemas.microsoft.com/office/drawing/2014/main" id="{C96412ED-690D-6181-0DD6-3F6A499CAAC8}"/>
                  </a:ext>
                </a:extLst>
              </p:cNvPr>
              <p:cNvCxnSpPr>
                <a:cxnSpLocks/>
                <a:stCxn id="661" idx="4"/>
                <a:endCxn id="697" idx="0"/>
              </p:cNvCxnSpPr>
              <p:nvPr/>
            </p:nvCxnSpPr>
            <p:spPr>
              <a:xfrm flipH="1"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68" name="Straight Connector 667">
                <a:extLst>
                  <a:ext uri="{FF2B5EF4-FFF2-40B4-BE49-F238E27FC236}">
                    <a16:creationId xmlns:a16="http://schemas.microsoft.com/office/drawing/2014/main" id="{E77EEEDF-82BC-C7E4-1512-D02DBCD4DE05}"/>
                  </a:ext>
                </a:extLst>
              </p:cNvPr>
              <p:cNvCxnSpPr>
                <a:cxnSpLocks/>
                <a:stCxn id="661" idx="4"/>
                <a:endCxn id="698" idx="0"/>
              </p:cNvCxnSpPr>
              <p:nvPr/>
            </p:nvCxnSpPr>
            <p:spPr>
              <a:xfrm>
                <a:off x="21835886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69" name="Straight Connector 668">
                <a:extLst>
                  <a:ext uri="{FF2B5EF4-FFF2-40B4-BE49-F238E27FC236}">
                    <a16:creationId xmlns:a16="http://schemas.microsoft.com/office/drawing/2014/main" id="{98BFF9C3-14D9-E5F7-8909-1263E0BD5C7B}"/>
                  </a:ext>
                </a:extLst>
              </p:cNvPr>
              <p:cNvCxnSpPr>
                <a:cxnSpLocks/>
                <a:stCxn id="661" idx="4"/>
                <a:endCxn id="699" idx="1"/>
              </p:cNvCxnSpPr>
              <p:nvPr/>
            </p:nvCxnSpPr>
            <p:spPr>
              <a:xfrm>
                <a:off x="21835886" y="10948667"/>
                <a:ext cx="38857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0" name="Straight Connector 669">
                <a:extLst>
                  <a:ext uri="{FF2B5EF4-FFF2-40B4-BE49-F238E27FC236}">
                    <a16:creationId xmlns:a16="http://schemas.microsoft.com/office/drawing/2014/main" id="{7DA18B98-333C-E81A-3AA9-B40D2538DE1A}"/>
                  </a:ext>
                </a:extLst>
              </p:cNvPr>
              <p:cNvCxnSpPr>
                <a:cxnSpLocks/>
                <a:stCxn id="661" idx="4"/>
                <a:endCxn id="701" idx="0"/>
              </p:cNvCxnSpPr>
              <p:nvPr/>
            </p:nvCxnSpPr>
            <p:spPr>
              <a:xfrm flipH="1">
                <a:off x="20849095" y="10948667"/>
                <a:ext cx="986791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1" name="Straight Connector 670">
                <a:extLst>
                  <a:ext uri="{FF2B5EF4-FFF2-40B4-BE49-F238E27FC236}">
                    <a16:creationId xmlns:a16="http://schemas.microsoft.com/office/drawing/2014/main" id="{5C88918C-4F79-D62E-36D0-16167A2CF490}"/>
                  </a:ext>
                </a:extLst>
              </p:cNvPr>
              <p:cNvCxnSpPr>
                <a:cxnSpLocks/>
                <a:stCxn id="660" idx="4"/>
                <a:endCxn id="700" idx="1"/>
              </p:cNvCxnSpPr>
              <p:nvPr/>
            </p:nvCxnSpPr>
            <p:spPr>
              <a:xfrm>
                <a:off x="21332692" y="10948667"/>
                <a:ext cx="13217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2" name="Straight Connector 671">
                <a:extLst>
                  <a:ext uri="{FF2B5EF4-FFF2-40B4-BE49-F238E27FC236}">
                    <a16:creationId xmlns:a16="http://schemas.microsoft.com/office/drawing/2014/main" id="{6666E10E-6200-E942-FBB3-30B48D4890EF}"/>
                  </a:ext>
                </a:extLst>
              </p:cNvPr>
              <p:cNvCxnSpPr>
                <a:cxnSpLocks/>
                <a:stCxn id="660" idx="4"/>
                <a:endCxn id="698" idx="0"/>
              </p:cNvCxnSpPr>
              <p:nvPr/>
            </p:nvCxnSpPr>
            <p:spPr>
              <a:xfrm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3" name="Straight Connector 672">
                <a:extLst>
                  <a:ext uri="{FF2B5EF4-FFF2-40B4-BE49-F238E27FC236}">
                    <a16:creationId xmlns:a16="http://schemas.microsoft.com/office/drawing/2014/main" id="{6CEDC5C8-DF9F-DFD4-CF20-1C68B44E47D9}"/>
                  </a:ext>
                </a:extLst>
              </p:cNvPr>
              <p:cNvCxnSpPr>
                <a:cxnSpLocks/>
                <a:stCxn id="660" idx="4"/>
                <a:endCxn id="699" idx="1"/>
              </p:cNvCxnSpPr>
              <p:nvPr/>
            </p:nvCxnSpPr>
            <p:spPr>
              <a:xfrm>
                <a:off x="21332692" y="10948667"/>
                <a:ext cx="89176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4" name="Straight Connector 673">
                <a:extLst>
                  <a:ext uri="{FF2B5EF4-FFF2-40B4-BE49-F238E27FC236}">
                    <a16:creationId xmlns:a16="http://schemas.microsoft.com/office/drawing/2014/main" id="{790E1772-E05D-788A-F0C9-ACCE55A6D26C}"/>
                  </a:ext>
                </a:extLst>
              </p:cNvPr>
              <p:cNvCxnSpPr>
                <a:cxnSpLocks/>
                <a:stCxn id="660" idx="4"/>
                <a:endCxn id="697" idx="0"/>
              </p:cNvCxnSpPr>
              <p:nvPr/>
            </p:nvCxnSpPr>
            <p:spPr>
              <a:xfrm>
                <a:off x="21332692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5" name="Straight Connector 674">
                <a:extLst>
                  <a:ext uri="{FF2B5EF4-FFF2-40B4-BE49-F238E27FC236}">
                    <a16:creationId xmlns:a16="http://schemas.microsoft.com/office/drawing/2014/main" id="{032F1DB6-72E4-7DAD-DD5B-52BDAFC03498}"/>
                  </a:ext>
                </a:extLst>
              </p:cNvPr>
              <p:cNvCxnSpPr>
                <a:cxnSpLocks/>
                <a:stCxn id="661" idx="4"/>
                <a:endCxn id="700" idx="1"/>
              </p:cNvCxnSpPr>
              <p:nvPr/>
            </p:nvCxnSpPr>
            <p:spPr>
              <a:xfrm>
                <a:off x="21835886" y="10948667"/>
                <a:ext cx="81858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6" name="Straight Connector 675">
                <a:extLst>
                  <a:ext uri="{FF2B5EF4-FFF2-40B4-BE49-F238E27FC236}">
                    <a16:creationId xmlns:a16="http://schemas.microsoft.com/office/drawing/2014/main" id="{402C37BF-C040-088C-02AC-73E3425CDC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5482" y="10943294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7" name="Straight Connector 676">
                <a:extLst>
                  <a:ext uri="{FF2B5EF4-FFF2-40B4-BE49-F238E27FC236}">
                    <a16:creationId xmlns:a16="http://schemas.microsoft.com/office/drawing/2014/main" id="{6C2059CF-0F7F-7F61-1A38-5657A75C0F09}"/>
                  </a:ext>
                </a:extLst>
              </p:cNvPr>
              <p:cNvCxnSpPr>
                <a:cxnSpLocks/>
                <a:stCxn id="662" idx="4"/>
                <a:endCxn id="699" idx="1"/>
              </p:cNvCxnSpPr>
              <p:nvPr/>
            </p:nvCxnSpPr>
            <p:spPr>
              <a:xfrm flipH="1">
                <a:off x="22224461" y="10948667"/>
                <a:ext cx="1272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8" name="Straight Connector 677">
                <a:extLst>
                  <a:ext uri="{FF2B5EF4-FFF2-40B4-BE49-F238E27FC236}">
                    <a16:creationId xmlns:a16="http://schemas.microsoft.com/office/drawing/2014/main" id="{A0551463-42A9-37C2-FC45-3F3A738FDD0F}"/>
                  </a:ext>
                </a:extLst>
              </p:cNvPr>
              <p:cNvCxnSpPr>
                <a:cxnSpLocks/>
                <a:endCxn id="697" idx="0"/>
              </p:cNvCxnSpPr>
              <p:nvPr/>
            </p:nvCxnSpPr>
            <p:spPr>
              <a:xfrm flipH="1">
                <a:off x="21332692" y="10943294"/>
                <a:ext cx="1006387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79" name="Straight Connector 678">
                <a:extLst>
                  <a:ext uri="{FF2B5EF4-FFF2-40B4-BE49-F238E27FC236}">
                    <a16:creationId xmlns:a16="http://schemas.microsoft.com/office/drawing/2014/main" id="{40A3F4EE-871B-469D-7D9D-A57008638212}"/>
                  </a:ext>
                </a:extLst>
              </p:cNvPr>
              <p:cNvCxnSpPr>
                <a:cxnSpLocks/>
                <a:endCxn id="698" idx="0"/>
              </p:cNvCxnSpPr>
              <p:nvPr/>
            </p:nvCxnSpPr>
            <p:spPr>
              <a:xfrm flipH="1">
                <a:off x="21835886" y="10943294"/>
                <a:ext cx="503193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0" name="Straight Connector 679">
                <a:extLst>
                  <a:ext uri="{FF2B5EF4-FFF2-40B4-BE49-F238E27FC236}">
                    <a16:creationId xmlns:a16="http://schemas.microsoft.com/office/drawing/2014/main" id="{CEF451D6-5556-4CAC-0ABC-1A4A66A4FA1F}"/>
                  </a:ext>
                </a:extLst>
              </p:cNvPr>
              <p:cNvCxnSpPr>
                <a:cxnSpLocks/>
                <a:endCxn id="701" idx="0"/>
              </p:cNvCxnSpPr>
              <p:nvPr/>
            </p:nvCxnSpPr>
            <p:spPr>
              <a:xfrm flipH="1">
                <a:off x="20849095" y="10943294"/>
                <a:ext cx="1489984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1" name="Straight Connector 680">
                <a:extLst>
                  <a:ext uri="{FF2B5EF4-FFF2-40B4-BE49-F238E27FC236}">
                    <a16:creationId xmlns:a16="http://schemas.microsoft.com/office/drawing/2014/main" id="{D5823BDC-F7E2-3815-FC0B-4B482BC05813}"/>
                  </a:ext>
                </a:extLst>
              </p:cNvPr>
              <p:cNvCxnSpPr>
                <a:cxnSpLocks/>
                <a:stCxn id="662" idx="4"/>
                <a:endCxn id="700" idx="1"/>
              </p:cNvCxnSpPr>
              <p:nvPr/>
            </p:nvCxnSpPr>
            <p:spPr>
              <a:xfrm>
                <a:off x="22351740" y="10948667"/>
                <a:ext cx="302731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2" name="Straight Connector 681">
                <a:extLst>
                  <a:ext uri="{FF2B5EF4-FFF2-40B4-BE49-F238E27FC236}">
                    <a16:creationId xmlns:a16="http://schemas.microsoft.com/office/drawing/2014/main" id="{1466BA8E-B22D-5B11-7F20-DF420D0C5623}"/>
                  </a:ext>
                </a:extLst>
              </p:cNvPr>
              <p:cNvCxnSpPr>
                <a:cxnSpLocks/>
                <a:stCxn id="697" idx="4"/>
                <a:endCxn id="663" idx="0"/>
              </p:cNvCxnSpPr>
              <p:nvPr/>
            </p:nvCxnSpPr>
            <p:spPr>
              <a:xfrm>
                <a:off x="21332692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3" name="Straight Connector 682">
                <a:extLst>
                  <a:ext uri="{FF2B5EF4-FFF2-40B4-BE49-F238E27FC236}">
                    <a16:creationId xmlns:a16="http://schemas.microsoft.com/office/drawing/2014/main" id="{B114AAB9-F20C-B99E-8E6D-82038AF5798E}"/>
                  </a:ext>
                </a:extLst>
              </p:cNvPr>
              <p:cNvCxnSpPr>
                <a:cxnSpLocks/>
                <a:stCxn id="698" idx="4"/>
                <a:endCxn id="663" idx="0"/>
              </p:cNvCxnSpPr>
              <p:nvPr/>
            </p:nvCxnSpPr>
            <p:spPr>
              <a:xfrm flipH="1"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4" name="Straight Connector 683">
                <a:extLst>
                  <a:ext uri="{FF2B5EF4-FFF2-40B4-BE49-F238E27FC236}">
                    <a16:creationId xmlns:a16="http://schemas.microsoft.com/office/drawing/2014/main" id="{2BEFDCA9-7EDB-4C16-5368-F0DAD43BA725}"/>
                  </a:ext>
                </a:extLst>
              </p:cNvPr>
              <p:cNvCxnSpPr>
                <a:cxnSpLocks/>
                <a:stCxn id="701" idx="4"/>
                <a:endCxn id="663" idx="0"/>
              </p:cNvCxnSpPr>
              <p:nvPr/>
            </p:nvCxnSpPr>
            <p:spPr>
              <a:xfrm>
                <a:off x="20849095" y="11754041"/>
                <a:ext cx="483597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5" name="Straight Connector 684">
                <a:extLst>
                  <a:ext uri="{FF2B5EF4-FFF2-40B4-BE49-F238E27FC236}">
                    <a16:creationId xmlns:a16="http://schemas.microsoft.com/office/drawing/2014/main" id="{FD2FEA6F-8463-1BE6-5BA8-9534274DC9A0}"/>
                  </a:ext>
                </a:extLst>
              </p:cNvPr>
              <p:cNvCxnSpPr>
                <a:cxnSpLocks/>
                <a:stCxn id="699" idx="4"/>
                <a:endCxn id="663" idx="0"/>
              </p:cNvCxnSpPr>
              <p:nvPr/>
            </p:nvCxnSpPr>
            <p:spPr>
              <a:xfrm flipH="1"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6" name="Straight Connector 685">
                <a:extLst>
                  <a:ext uri="{FF2B5EF4-FFF2-40B4-BE49-F238E27FC236}">
                    <a16:creationId xmlns:a16="http://schemas.microsoft.com/office/drawing/2014/main" id="{89327728-EB1D-68A0-D56E-FC44B99961CB}"/>
                  </a:ext>
                </a:extLst>
              </p:cNvPr>
              <p:cNvCxnSpPr>
                <a:cxnSpLocks/>
                <a:stCxn id="700" idx="4"/>
                <a:endCxn id="663" idx="0"/>
              </p:cNvCxnSpPr>
              <p:nvPr/>
            </p:nvCxnSpPr>
            <p:spPr>
              <a:xfrm flipH="1">
                <a:off x="21332692" y="11754041"/>
                <a:ext cx="144905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7" name="Straight Connector 686">
                <a:extLst>
                  <a:ext uri="{FF2B5EF4-FFF2-40B4-BE49-F238E27FC236}">
                    <a16:creationId xmlns:a16="http://schemas.microsoft.com/office/drawing/2014/main" id="{4A5757F2-A7AE-61C7-ED88-04FAEF22E0A2}"/>
                  </a:ext>
                </a:extLst>
              </p:cNvPr>
              <p:cNvCxnSpPr>
                <a:cxnSpLocks/>
                <a:stCxn id="697" idx="4"/>
                <a:endCxn id="664" idx="0"/>
              </p:cNvCxnSpPr>
              <p:nvPr/>
            </p:nvCxnSpPr>
            <p:spPr>
              <a:xfrm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8" name="Straight Connector 687">
                <a:extLst>
                  <a:ext uri="{FF2B5EF4-FFF2-40B4-BE49-F238E27FC236}">
                    <a16:creationId xmlns:a16="http://schemas.microsoft.com/office/drawing/2014/main" id="{63435A37-128D-6759-6B69-289783492E69}"/>
                  </a:ext>
                </a:extLst>
              </p:cNvPr>
              <p:cNvCxnSpPr>
                <a:cxnSpLocks/>
                <a:stCxn id="698" idx="4"/>
                <a:endCxn id="664" idx="0"/>
              </p:cNvCxnSpPr>
              <p:nvPr/>
            </p:nvCxnSpPr>
            <p:spPr>
              <a:xfrm>
                <a:off x="21835886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89" name="Straight Connector 688">
                <a:extLst>
                  <a:ext uri="{FF2B5EF4-FFF2-40B4-BE49-F238E27FC236}">
                    <a16:creationId xmlns:a16="http://schemas.microsoft.com/office/drawing/2014/main" id="{43795D80-51F4-B9F5-8393-5A38B2CE6373}"/>
                  </a:ext>
                </a:extLst>
              </p:cNvPr>
              <p:cNvCxnSpPr>
                <a:cxnSpLocks/>
                <a:stCxn id="701" idx="4"/>
                <a:endCxn id="664" idx="0"/>
              </p:cNvCxnSpPr>
              <p:nvPr/>
            </p:nvCxnSpPr>
            <p:spPr>
              <a:xfrm>
                <a:off x="20849095" y="11754041"/>
                <a:ext cx="986791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0" name="Straight Connector 689">
                <a:extLst>
                  <a:ext uri="{FF2B5EF4-FFF2-40B4-BE49-F238E27FC236}">
                    <a16:creationId xmlns:a16="http://schemas.microsoft.com/office/drawing/2014/main" id="{70946C2A-43F7-0571-7C59-33CDDDD4D8A1}"/>
                  </a:ext>
                </a:extLst>
              </p:cNvPr>
              <p:cNvCxnSpPr>
                <a:cxnSpLocks/>
                <a:stCxn id="699" idx="4"/>
                <a:endCxn id="664" idx="0"/>
              </p:cNvCxnSpPr>
              <p:nvPr/>
            </p:nvCxnSpPr>
            <p:spPr>
              <a:xfrm flipH="1"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1" name="Straight Connector 690">
                <a:extLst>
                  <a:ext uri="{FF2B5EF4-FFF2-40B4-BE49-F238E27FC236}">
                    <a16:creationId xmlns:a16="http://schemas.microsoft.com/office/drawing/2014/main" id="{A66CF8B1-A1D5-EDB5-B996-36FC7437B9FC}"/>
                  </a:ext>
                </a:extLst>
              </p:cNvPr>
              <p:cNvCxnSpPr>
                <a:cxnSpLocks/>
                <a:stCxn id="700" idx="4"/>
                <a:endCxn id="664" idx="0"/>
              </p:cNvCxnSpPr>
              <p:nvPr/>
            </p:nvCxnSpPr>
            <p:spPr>
              <a:xfrm flipH="1">
                <a:off x="21835886" y="11754041"/>
                <a:ext cx="94586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2" name="Straight Connector 691">
                <a:extLst>
                  <a:ext uri="{FF2B5EF4-FFF2-40B4-BE49-F238E27FC236}">
                    <a16:creationId xmlns:a16="http://schemas.microsoft.com/office/drawing/2014/main" id="{85C6A066-0AA8-47E6-4376-E1AEA8B3CE0D}"/>
                  </a:ext>
                </a:extLst>
              </p:cNvPr>
              <p:cNvCxnSpPr>
                <a:cxnSpLocks/>
                <a:stCxn id="699" idx="4"/>
                <a:endCxn id="665" idx="0"/>
              </p:cNvCxnSpPr>
              <p:nvPr/>
            </p:nvCxnSpPr>
            <p:spPr>
              <a:xfrm>
                <a:off x="22351740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3" name="Straight Connector 692">
                <a:extLst>
                  <a:ext uri="{FF2B5EF4-FFF2-40B4-BE49-F238E27FC236}">
                    <a16:creationId xmlns:a16="http://schemas.microsoft.com/office/drawing/2014/main" id="{B49A7CB3-45F8-FBA1-84D9-9FCF30F1B27E}"/>
                  </a:ext>
                </a:extLst>
              </p:cNvPr>
              <p:cNvCxnSpPr>
                <a:cxnSpLocks/>
                <a:stCxn id="700" idx="4"/>
                <a:endCxn id="665" idx="0"/>
              </p:cNvCxnSpPr>
              <p:nvPr/>
            </p:nvCxnSpPr>
            <p:spPr>
              <a:xfrm flipH="1">
                <a:off x="22351740" y="11754041"/>
                <a:ext cx="43001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4" name="Straight Connector 693">
                <a:extLst>
                  <a:ext uri="{FF2B5EF4-FFF2-40B4-BE49-F238E27FC236}">
                    <a16:creationId xmlns:a16="http://schemas.microsoft.com/office/drawing/2014/main" id="{2F888D62-1796-2281-79CC-444498FCA541}"/>
                  </a:ext>
                </a:extLst>
              </p:cNvPr>
              <p:cNvCxnSpPr>
                <a:cxnSpLocks/>
                <a:stCxn id="698" idx="4"/>
                <a:endCxn id="665" idx="0"/>
              </p:cNvCxnSpPr>
              <p:nvPr/>
            </p:nvCxnSpPr>
            <p:spPr>
              <a:xfrm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5" name="Straight Connector 694">
                <a:extLst>
                  <a:ext uri="{FF2B5EF4-FFF2-40B4-BE49-F238E27FC236}">
                    <a16:creationId xmlns:a16="http://schemas.microsoft.com/office/drawing/2014/main" id="{29A1279F-7EBD-1BB8-34E2-C679F11594AB}"/>
                  </a:ext>
                </a:extLst>
              </p:cNvPr>
              <p:cNvCxnSpPr>
                <a:cxnSpLocks/>
                <a:stCxn id="701" idx="4"/>
                <a:endCxn id="665" idx="0"/>
              </p:cNvCxnSpPr>
              <p:nvPr/>
            </p:nvCxnSpPr>
            <p:spPr>
              <a:xfrm>
                <a:off x="20849095" y="11754041"/>
                <a:ext cx="1502645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96" name="Straight Connector 695">
                <a:extLst>
                  <a:ext uri="{FF2B5EF4-FFF2-40B4-BE49-F238E27FC236}">
                    <a16:creationId xmlns:a16="http://schemas.microsoft.com/office/drawing/2014/main" id="{EF373AB3-81DD-C68A-194D-B5D96818FD55}"/>
                  </a:ext>
                </a:extLst>
              </p:cNvPr>
              <p:cNvCxnSpPr>
                <a:cxnSpLocks/>
                <a:stCxn id="697" idx="4"/>
                <a:endCxn id="665" idx="0"/>
              </p:cNvCxnSpPr>
              <p:nvPr/>
            </p:nvCxnSpPr>
            <p:spPr>
              <a:xfrm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sp>
            <p:nvSpPr>
              <p:cNvPr id="697" name="Oval 696">
                <a:extLst>
                  <a:ext uri="{FF2B5EF4-FFF2-40B4-BE49-F238E27FC236}">
                    <a16:creationId xmlns:a16="http://schemas.microsoft.com/office/drawing/2014/main" id="{0C21D61C-91DC-BF76-A5E9-09F9A19721A1}"/>
                  </a:ext>
                </a:extLst>
              </p:cNvPr>
              <p:cNvSpPr/>
              <p:nvPr/>
            </p:nvSpPr>
            <p:spPr>
              <a:xfrm>
                <a:off x="21152692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8" name="Oval 697">
                <a:extLst>
                  <a:ext uri="{FF2B5EF4-FFF2-40B4-BE49-F238E27FC236}">
                    <a16:creationId xmlns:a16="http://schemas.microsoft.com/office/drawing/2014/main" id="{D7E51965-4EBA-1C14-49EA-5C580BDCBFBA}"/>
                  </a:ext>
                </a:extLst>
              </p:cNvPr>
              <p:cNvSpPr/>
              <p:nvPr/>
            </p:nvSpPr>
            <p:spPr>
              <a:xfrm>
                <a:off x="21655886" y="11394042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9" name="Oval 698">
                <a:extLst>
                  <a:ext uri="{FF2B5EF4-FFF2-40B4-BE49-F238E27FC236}">
                    <a16:creationId xmlns:a16="http://schemas.microsoft.com/office/drawing/2014/main" id="{16EF0453-4707-0B9B-3E66-D1043320CA76}"/>
                  </a:ext>
                </a:extLst>
              </p:cNvPr>
              <p:cNvSpPr/>
              <p:nvPr/>
            </p:nvSpPr>
            <p:spPr>
              <a:xfrm>
                <a:off x="2217174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0" name="Oval 699">
                <a:extLst>
                  <a:ext uri="{FF2B5EF4-FFF2-40B4-BE49-F238E27FC236}">
                    <a16:creationId xmlns:a16="http://schemas.microsoft.com/office/drawing/2014/main" id="{35B280F8-DA69-8D90-267B-F72EA49F2FB2}"/>
                  </a:ext>
                </a:extLst>
              </p:cNvPr>
              <p:cNvSpPr/>
              <p:nvPr/>
            </p:nvSpPr>
            <p:spPr>
              <a:xfrm>
                <a:off x="2260175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1" name="Oval 700">
                <a:extLst>
                  <a:ext uri="{FF2B5EF4-FFF2-40B4-BE49-F238E27FC236}">
                    <a16:creationId xmlns:a16="http://schemas.microsoft.com/office/drawing/2014/main" id="{BDA7A715-EC21-87C8-CCE2-3C7AAD41E686}"/>
                  </a:ext>
                </a:extLst>
              </p:cNvPr>
              <p:cNvSpPr/>
              <p:nvPr/>
            </p:nvSpPr>
            <p:spPr>
              <a:xfrm>
                <a:off x="20669095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4" name="Group 613">
              <a:extLst>
                <a:ext uri="{FF2B5EF4-FFF2-40B4-BE49-F238E27FC236}">
                  <a16:creationId xmlns:a16="http://schemas.microsoft.com/office/drawing/2014/main" id="{AE1A698A-5C19-6CEA-53DB-A90565FA7744}"/>
                </a:ext>
              </a:extLst>
            </p:cNvPr>
            <p:cNvGrpSpPr/>
            <p:nvPr/>
          </p:nvGrpSpPr>
          <p:grpSpPr>
            <a:xfrm>
              <a:off x="2381252" y="1464425"/>
              <a:ext cx="457848" cy="461003"/>
              <a:chOff x="20669095" y="10588667"/>
              <a:chExt cx="2292655" cy="1976112"/>
            </a:xfrm>
          </p:grpSpPr>
          <p:sp>
            <p:nvSpPr>
              <p:cNvPr id="615" name="Oval 614">
                <a:extLst>
                  <a:ext uri="{FF2B5EF4-FFF2-40B4-BE49-F238E27FC236}">
                    <a16:creationId xmlns:a16="http://schemas.microsoft.com/office/drawing/2014/main" id="{5D0B54BB-164E-DD09-FB42-C349E9C7A60F}"/>
                  </a:ext>
                </a:extLst>
              </p:cNvPr>
              <p:cNvSpPr/>
              <p:nvPr/>
            </p:nvSpPr>
            <p:spPr>
              <a:xfrm>
                <a:off x="21152692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6" name="Oval 615">
                <a:extLst>
                  <a:ext uri="{FF2B5EF4-FFF2-40B4-BE49-F238E27FC236}">
                    <a16:creationId xmlns:a16="http://schemas.microsoft.com/office/drawing/2014/main" id="{830D9E09-3DEA-CA0B-D55D-4553A3D26460}"/>
                  </a:ext>
                </a:extLst>
              </p:cNvPr>
              <p:cNvSpPr/>
              <p:nvPr/>
            </p:nvSpPr>
            <p:spPr>
              <a:xfrm>
                <a:off x="21655886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B0557274-5A94-30E6-51ED-22DABA8051C3}"/>
                  </a:ext>
                </a:extLst>
              </p:cNvPr>
              <p:cNvSpPr/>
              <p:nvPr/>
            </p:nvSpPr>
            <p:spPr>
              <a:xfrm>
                <a:off x="22171740" y="10588667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8" name="Oval 617">
                <a:extLst>
                  <a:ext uri="{FF2B5EF4-FFF2-40B4-BE49-F238E27FC236}">
                    <a16:creationId xmlns:a16="http://schemas.microsoft.com/office/drawing/2014/main" id="{3AB2FAC3-CAE6-9A25-33A3-CDCAFECA45B0}"/>
                  </a:ext>
                </a:extLst>
              </p:cNvPr>
              <p:cNvSpPr/>
              <p:nvPr/>
            </p:nvSpPr>
            <p:spPr>
              <a:xfrm>
                <a:off x="21152692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9" name="Oval 618">
                <a:extLst>
                  <a:ext uri="{FF2B5EF4-FFF2-40B4-BE49-F238E27FC236}">
                    <a16:creationId xmlns:a16="http://schemas.microsoft.com/office/drawing/2014/main" id="{95E57B1E-12D4-D7F9-E343-EFCBC7BADFF9}"/>
                  </a:ext>
                </a:extLst>
              </p:cNvPr>
              <p:cNvSpPr/>
              <p:nvPr/>
            </p:nvSpPr>
            <p:spPr>
              <a:xfrm>
                <a:off x="21655886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0" name="Oval 619">
                <a:extLst>
                  <a:ext uri="{FF2B5EF4-FFF2-40B4-BE49-F238E27FC236}">
                    <a16:creationId xmlns:a16="http://schemas.microsoft.com/office/drawing/2014/main" id="{BCF27788-15B1-1094-F9A4-2F51F4C0F6A2}"/>
                  </a:ext>
                </a:extLst>
              </p:cNvPr>
              <p:cNvSpPr/>
              <p:nvPr/>
            </p:nvSpPr>
            <p:spPr>
              <a:xfrm>
                <a:off x="22171740" y="12204779"/>
                <a:ext cx="360000" cy="360000"/>
              </a:xfrm>
              <a:prstGeom prst="ellipse">
                <a:avLst/>
              </a:prstGeom>
              <a:solidFill>
                <a:srgbClr val="67A4DB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46A75D20-66A3-5B27-649E-0A07FFAE4CDE}"/>
                  </a:ext>
                </a:extLst>
              </p:cNvPr>
              <p:cNvCxnSpPr>
                <a:cxnSpLocks/>
                <a:stCxn id="615" idx="4"/>
                <a:endCxn id="656" idx="0"/>
              </p:cNvCxnSpPr>
              <p:nvPr/>
            </p:nvCxnSpPr>
            <p:spPr>
              <a:xfrm flipH="1">
                <a:off x="20849095" y="10948667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2" name="Straight Connector 621">
                <a:extLst>
                  <a:ext uri="{FF2B5EF4-FFF2-40B4-BE49-F238E27FC236}">
                    <a16:creationId xmlns:a16="http://schemas.microsoft.com/office/drawing/2014/main" id="{6EB711E7-8D8C-6C4B-9ECD-2795D3556399}"/>
                  </a:ext>
                </a:extLst>
              </p:cNvPr>
              <p:cNvCxnSpPr>
                <a:cxnSpLocks/>
                <a:stCxn id="616" idx="4"/>
                <a:endCxn id="652" idx="0"/>
              </p:cNvCxnSpPr>
              <p:nvPr/>
            </p:nvCxnSpPr>
            <p:spPr>
              <a:xfrm flipH="1"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3" name="Straight Connector 622">
                <a:extLst>
                  <a:ext uri="{FF2B5EF4-FFF2-40B4-BE49-F238E27FC236}">
                    <a16:creationId xmlns:a16="http://schemas.microsoft.com/office/drawing/2014/main" id="{8AED4B31-5BBC-11DE-7235-71C74AC6D451}"/>
                  </a:ext>
                </a:extLst>
              </p:cNvPr>
              <p:cNvCxnSpPr>
                <a:cxnSpLocks/>
                <a:stCxn id="616" idx="4"/>
                <a:endCxn id="653" idx="0"/>
              </p:cNvCxnSpPr>
              <p:nvPr/>
            </p:nvCxnSpPr>
            <p:spPr>
              <a:xfrm>
                <a:off x="21835886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4" name="Straight Connector 623">
                <a:extLst>
                  <a:ext uri="{FF2B5EF4-FFF2-40B4-BE49-F238E27FC236}">
                    <a16:creationId xmlns:a16="http://schemas.microsoft.com/office/drawing/2014/main" id="{EF83D654-D4E4-83A4-53A5-0F0F59AA3208}"/>
                  </a:ext>
                </a:extLst>
              </p:cNvPr>
              <p:cNvCxnSpPr>
                <a:cxnSpLocks/>
                <a:stCxn id="616" idx="4"/>
                <a:endCxn id="654" idx="1"/>
              </p:cNvCxnSpPr>
              <p:nvPr/>
            </p:nvCxnSpPr>
            <p:spPr>
              <a:xfrm>
                <a:off x="21835886" y="10948667"/>
                <a:ext cx="38857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5" name="Straight Connector 624">
                <a:extLst>
                  <a:ext uri="{FF2B5EF4-FFF2-40B4-BE49-F238E27FC236}">
                    <a16:creationId xmlns:a16="http://schemas.microsoft.com/office/drawing/2014/main" id="{A4F8C637-82A6-4BF8-3582-0406821F1166}"/>
                  </a:ext>
                </a:extLst>
              </p:cNvPr>
              <p:cNvCxnSpPr>
                <a:cxnSpLocks/>
                <a:stCxn id="616" idx="4"/>
                <a:endCxn id="656" idx="0"/>
              </p:cNvCxnSpPr>
              <p:nvPr/>
            </p:nvCxnSpPr>
            <p:spPr>
              <a:xfrm flipH="1">
                <a:off x="20849095" y="10948667"/>
                <a:ext cx="986791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6" name="Straight Connector 625">
                <a:extLst>
                  <a:ext uri="{FF2B5EF4-FFF2-40B4-BE49-F238E27FC236}">
                    <a16:creationId xmlns:a16="http://schemas.microsoft.com/office/drawing/2014/main" id="{AEE0647E-4164-6CEF-0A32-CEF693792D27}"/>
                  </a:ext>
                </a:extLst>
              </p:cNvPr>
              <p:cNvCxnSpPr>
                <a:cxnSpLocks/>
                <a:stCxn id="615" idx="4"/>
                <a:endCxn id="655" idx="1"/>
              </p:cNvCxnSpPr>
              <p:nvPr/>
            </p:nvCxnSpPr>
            <p:spPr>
              <a:xfrm>
                <a:off x="21332692" y="10948667"/>
                <a:ext cx="13217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D3BE6014-07E8-3673-1F85-7C501817F7E3}"/>
                  </a:ext>
                </a:extLst>
              </p:cNvPr>
              <p:cNvCxnSpPr>
                <a:cxnSpLocks/>
                <a:stCxn id="615" idx="4"/>
                <a:endCxn id="653" idx="0"/>
              </p:cNvCxnSpPr>
              <p:nvPr/>
            </p:nvCxnSpPr>
            <p:spPr>
              <a:xfrm>
                <a:off x="21332692" y="10948667"/>
                <a:ext cx="503194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8" name="Straight Connector 627">
                <a:extLst>
                  <a:ext uri="{FF2B5EF4-FFF2-40B4-BE49-F238E27FC236}">
                    <a16:creationId xmlns:a16="http://schemas.microsoft.com/office/drawing/2014/main" id="{BB8968DD-D9E2-8F1D-7F24-54004D60DEBA}"/>
                  </a:ext>
                </a:extLst>
              </p:cNvPr>
              <p:cNvCxnSpPr>
                <a:cxnSpLocks/>
                <a:stCxn id="615" idx="4"/>
                <a:endCxn id="654" idx="1"/>
              </p:cNvCxnSpPr>
              <p:nvPr/>
            </p:nvCxnSpPr>
            <p:spPr>
              <a:xfrm>
                <a:off x="21332692" y="10948667"/>
                <a:ext cx="89176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29" name="Straight Connector 628">
                <a:extLst>
                  <a:ext uri="{FF2B5EF4-FFF2-40B4-BE49-F238E27FC236}">
                    <a16:creationId xmlns:a16="http://schemas.microsoft.com/office/drawing/2014/main" id="{92B70749-4770-AB49-8A98-F6336D2D444D}"/>
                  </a:ext>
                </a:extLst>
              </p:cNvPr>
              <p:cNvCxnSpPr>
                <a:cxnSpLocks/>
                <a:stCxn id="615" idx="4"/>
                <a:endCxn id="652" idx="0"/>
              </p:cNvCxnSpPr>
              <p:nvPr/>
            </p:nvCxnSpPr>
            <p:spPr>
              <a:xfrm>
                <a:off x="21332692" y="10948667"/>
                <a:ext cx="0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0" name="Straight Connector 629">
                <a:extLst>
                  <a:ext uri="{FF2B5EF4-FFF2-40B4-BE49-F238E27FC236}">
                    <a16:creationId xmlns:a16="http://schemas.microsoft.com/office/drawing/2014/main" id="{0851C7BD-8C40-6322-8828-03C06D3F26FE}"/>
                  </a:ext>
                </a:extLst>
              </p:cNvPr>
              <p:cNvCxnSpPr>
                <a:cxnSpLocks/>
                <a:stCxn id="616" idx="4"/>
                <a:endCxn id="655" idx="1"/>
              </p:cNvCxnSpPr>
              <p:nvPr/>
            </p:nvCxnSpPr>
            <p:spPr>
              <a:xfrm>
                <a:off x="21835886" y="10948667"/>
                <a:ext cx="818585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1" name="Straight Connector 630">
                <a:extLst>
                  <a:ext uri="{FF2B5EF4-FFF2-40B4-BE49-F238E27FC236}">
                    <a16:creationId xmlns:a16="http://schemas.microsoft.com/office/drawing/2014/main" id="{E50A1398-700E-5A97-08A6-B5F00BC66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5482" y="10943294"/>
                <a:ext cx="483597" cy="445374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C536E981-3F0D-B60C-9A94-1020A3281791}"/>
                  </a:ext>
                </a:extLst>
              </p:cNvPr>
              <p:cNvCxnSpPr>
                <a:cxnSpLocks/>
                <a:stCxn id="617" idx="4"/>
                <a:endCxn id="654" idx="1"/>
              </p:cNvCxnSpPr>
              <p:nvPr/>
            </p:nvCxnSpPr>
            <p:spPr>
              <a:xfrm flipH="1">
                <a:off x="22224461" y="10948667"/>
                <a:ext cx="127279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3" name="Straight Connector 632">
                <a:extLst>
                  <a:ext uri="{FF2B5EF4-FFF2-40B4-BE49-F238E27FC236}">
                    <a16:creationId xmlns:a16="http://schemas.microsoft.com/office/drawing/2014/main" id="{0C862414-F437-3932-AB27-E012CE359036}"/>
                  </a:ext>
                </a:extLst>
              </p:cNvPr>
              <p:cNvCxnSpPr>
                <a:cxnSpLocks/>
                <a:endCxn id="652" idx="0"/>
              </p:cNvCxnSpPr>
              <p:nvPr/>
            </p:nvCxnSpPr>
            <p:spPr>
              <a:xfrm flipH="1">
                <a:off x="21332692" y="10943294"/>
                <a:ext cx="1006387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4" name="Straight Connector 633">
                <a:extLst>
                  <a:ext uri="{FF2B5EF4-FFF2-40B4-BE49-F238E27FC236}">
                    <a16:creationId xmlns:a16="http://schemas.microsoft.com/office/drawing/2014/main" id="{46198694-5C0B-15A9-E40E-790006C9ACFB}"/>
                  </a:ext>
                </a:extLst>
              </p:cNvPr>
              <p:cNvCxnSpPr>
                <a:cxnSpLocks/>
                <a:endCxn id="653" idx="0"/>
              </p:cNvCxnSpPr>
              <p:nvPr/>
            </p:nvCxnSpPr>
            <p:spPr>
              <a:xfrm flipH="1">
                <a:off x="21835886" y="10943294"/>
                <a:ext cx="503193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5" name="Straight Connector 634">
                <a:extLst>
                  <a:ext uri="{FF2B5EF4-FFF2-40B4-BE49-F238E27FC236}">
                    <a16:creationId xmlns:a16="http://schemas.microsoft.com/office/drawing/2014/main" id="{D81FD289-B6E3-9683-7473-EE88CF50DC5A}"/>
                  </a:ext>
                </a:extLst>
              </p:cNvPr>
              <p:cNvCxnSpPr>
                <a:cxnSpLocks/>
                <a:endCxn id="656" idx="0"/>
              </p:cNvCxnSpPr>
              <p:nvPr/>
            </p:nvCxnSpPr>
            <p:spPr>
              <a:xfrm flipH="1">
                <a:off x="20849095" y="10943294"/>
                <a:ext cx="1489984" cy="450747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6" name="Straight Connector 635">
                <a:extLst>
                  <a:ext uri="{FF2B5EF4-FFF2-40B4-BE49-F238E27FC236}">
                    <a16:creationId xmlns:a16="http://schemas.microsoft.com/office/drawing/2014/main" id="{80ADC37E-8147-1E2D-8F7E-4AA1C18287CC}"/>
                  </a:ext>
                </a:extLst>
              </p:cNvPr>
              <p:cNvCxnSpPr>
                <a:cxnSpLocks/>
                <a:stCxn id="617" idx="4"/>
                <a:endCxn id="655" idx="1"/>
              </p:cNvCxnSpPr>
              <p:nvPr/>
            </p:nvCxnSpPr>
            <p:spPr>
              <a:xfrm>
                <a:off x="22351740" y="10948667"/>
                <a:ext cx="302731" cy="498095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7" name="Straight Connector 636">
                <a:extLst>
                  <a:ext uri="{FF2B5EF4-FFF2-40B4-BE49-F238E27FC236}">
                    <a16:creationId xmlns:a16="http://schemas.microsoft.com/office/drawing/2014/main" id="{5C419D28-53E6-F776-F35B-C7253DB5186E}"/>
                  </a:ext>
                </a:extLst>
              </p:cNvPr>
              <p:cNvCxnSpPr>
                <a:cxnSpLocks/>
                <a:stCxn id="652" idx="4"/>
                <a:endCxn id="618" idx="0"/>
              </p:cNvCxnSpPr>
              <p:nvPr/>
            </p:nvCxnSpPr>
            <p:spPr>
              <a:xfrm>
                <a:off x="21332692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8" name="Straight Connector 637">
                <a:extLst>
                  <a:ext uri="{FF2B5EF4-FFF2-40B4-BE49-F238E27FC236}">
                    <a16:creationId xmlns:a16="http://schemas.microsoft.com/office/drawing/2014/main" id="{EB83CC09-D7C5-68F8-4792-3532584E0BE3}"/>
                  </a:ext>
                </a:extLst>
              </p:cNvPr>
              <p:cNvCxnSpPr>
                <a:cxnSpLocks/>
                <a:stCxn id="653" idx="4"/>
                <a:endCxn id="618" idx="0"/>
              </p:cNvCxnSpPr>
              <p:nvPr/>
            </p:nvCxnSpPr>
            <p:spPr>
              <a:xfrm flipH="1"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39" name="Straight Connector 638">
                <a:extLst>
                  <a:ext uri="{FF2B5EF4-FFF2-40B4-BE49-F238E27FC236}">
                    <a16:creationId xmlns:a16="http://schemas.microsoft.com/office/drawing/2014/main" id="{39C16F44-0E24-831F-BE12-11BFFC92E2AF}"/>
                  </a:ext>
                </a:extLst>
              </p:cNvPr>
              <p:cNvCxnSpPr>
                <a:cxnSpLocks/>
                <a:stCxn id="656" idx="4"/>
                <a:endCxn id="618" idx="0"/>
              </p:cNvCxnSpPr>
              <p:nvPr/>
            </p:nvCxnSpPr>
            <p:spPr>
              <a:xfrm>
                <a:off x="20849095" y="11754041"/>
                <a:ext cx="483597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ACA8FB2E-38F9-31D6-F4CD-BEDF499314DC}"/>
                  </a:ext>
                </a:extLst>
              </p:cNvPr>
              <p:cNvCxnSpPr>
                <a:cxnSpLocks/>
                <a:stCxn id="654" idx="4"/>
                <a:endCxn id="618" idx="0"/>
              </p:cNvCxnSpPr>
              <p:nvPr/>
            </p:nvCxnSpPr>
            <p:spPr>
              <a:xfrm flipH="1"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1" name="Straight Connector 640">
                <a:extLst>
                  <a:ext uri="{FF2B5EF4-FFF2-40B4-BE49-F238E27FC236}">
                    <a16:creationId xmlns:a16="http://schemas.microsoft.com/office/drawing/2014/main" id="{BC922BFE-D389-0EFA-B5D7-4DD38F02866D}"/>
                  </a:ext>
                </a:extLst>
              </p:cNvPr>
              <p:cNvCxnSpPr>
                <a:cxnSpLocks/>
                <a:stCxn id="655" idx="4"/>
                <a:endCxn id="618" idx="0"/>
              </p:cNvCxnSpPr>
              <p:nvPr/>
            </p:nvCxnSpPr>
            <p:spPr>
              <a:xfrm flipH="1">
                <a:off x="21332692" y="11754041"/>
                <a:ext cx="144905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2" name="Straight Connector 641">
                <a:extLst>
                  <a:ext uri="{FF2B5EF4-FFF2-40B4-BE49-F238E27FC236}">
                    <a16:creationId xmlns:a16="http://schemas.microsoft.com/office/drawing/2014/main" id="{4CCDCE47-5D55-9F69-0467-F93DE6F527FC}"/>
                  </a:ext>
                </a:extLst>
              </p:cNvPr>
              <p:cNvCxnSpPr>
                <a:cxnSpLocks/>
                <a:stCxn id="652" idx="4"/>
                <a:endCxn id="619" idx="0"/>
              </p:cNvCxnSpPr>
              <p:nvPr/>
            </p:nvCxnSpPr>
            <p:spPr>
              <a:xfrm>
                <a:off x="21332692" y="11754041"/>
                <a:ext cx="50319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3" name="Straight Connector 642">
                <a:extLst>
                  <a:ext uri="{FF2B5EF4-FFF2-40B4-BE49-F238E27FC236}">
                    <a16:creationId xmlns:a16="http://schemas.microsoft.com/office/drawing/2014/main" id="{EB3FBA19-BF7F-CC57-CAB1-5AACED00BE0B}"/>
                  </a:ext>
                </a:extLst>
              </p:cNvPr>
              <p:cNvCxnSpPr>
                <a:cxnSpLocks/>
                <a:stCxn id="653" idx="4"/>
                <a:endCxn id="619" idx="0"/>
              </p:cNvCxnSpPr>
              <p:nvPr/>
            </p:nvCxnSpPr>
            <p:spPr>
              <a:xfrm>
                <a:off x="21835886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4" name="Straight Connector 643">
                <a:extLst>
                  <a:ext uri="{FF2B5EF4-FFF2-40B4-BE49-F238E27FC236}">
                    <a16:creationId xmlns:a16="http://schemas.microsoft.com/office/drawing/2014/main" id="{9754F995-2847-2DC7-92CB-1D7E441E6D00}"/>
                  </a:ext>
                </a:extLst>
              </p:cNvPr>
              <p:cNvCxnSpPr>
                <a:cxnSpLocks/>
                <a:stCxn id="656" idx="4"/>
                <a:endCxn id="619" idx="0"/>
              </p:cNvCxnSpPr>
              <p:nvPr/>
            </p:nvCxnSpPr>
            <p:spPr>
              <a:xfrm>
                <a:off x="20849095" y="11754041"/>
                <a:ext cx="986791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5" name="Straight Connector 644">
                <a:extLst>
                  <a:ext uri="{FF2B5EF4-FFF2-40B4-BE49-F238E27FC236}">
                    <a16:creationId xmlns:a16="http://schemas.microsoft.com/office/drawing/2014/main" id="{C94AF9BE-CFFF-B525-E553-EC4402E82A55}"/>
                  </a:ext>
                </a:extLst>
              </p:cNvPr>
              <p:cNvCxnSpPr>
                <a:cxnSpLocks/>
                <a:stCxn id="654" idx="4"/>
                <a:endCxn id="619" idx="0"/>
              </p:cNvCxnSpPr>
              <p:nvPr/>
            </p:nvCxnSpPr>
            <p:spPr>
              <a:xfrm flipH="1"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6" name="Straight Connector 645">
                <a:extLst>
                  <a:ext uri="{FF2B5EF4-FFF2-40B4-BE49-F238E27FC236}">
                    <a16:creationId xmlns:a16="http://schemas.microsoft.com/office/drawing/2014/main" id="{57CB37DF-E834-65B2-FA0A-E8265FCBCBC3}"/>
                  </a:ext>
                </a:extLst>
              </p:cNvPr>
              <p:cNvCxnSpPr>
                <a:cxnSpLocks/>
                <a:stCxn id="655" idx="4"/>
                <a:endCxn id="619" idx="0"/>
              </p:cNvCxnSpPr>
              <p:nvPr/>
            </p:nvCxnSpPr>
            <p:spPr>
              <a:xfrm flipH="1">
                <a:off x="21835886" y="11754041"/>
                <a:ext cx="94586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7" name="Straight Connector 646">
                <a:extLst>
                  <a:ext uri="{FF2B5EF4-FFF2-40B4-BE49-F238E27FC236}">
                    <a16:creationId xmlns:a16="http://schemas.microsoft.com/office/drawing/2014/main" id="{3FBD559C-A2DC-C57E-AF55-1F0E5B39E42B}"/>
                  </a:ext>
                </a:extLst>
              </p:cNvPr>
              <p:cNvCxnSpPr>
                <a:cxnSpLocks/>
                <a:stCxn id="654" idx="4"/>
                <a:endCxn id="620" idx="0"/>
              </p:cNvCxnSpPr>
              <p:nvPr/>
            </p:nvCxnSpPr>
            <p:spPr>
              <a:xfrm>
                <a:off x="22351740" y="11754041"/>
                <a:ext cx="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8" name="Straight Connector 647">
                <a:extLst>
                  <a:ext uri="{FF2B5EF4-FFF2-40B4-BE49-F238E27FC236}">
                    <a16:creationId xmlns:a16="http://schemas.microsoft.com/office/drawing/2014/main" id="{299918CC-35ED-2C59-FF8F-16438A3C5906}"/>
                  </a:ext>
                </a:extLst>
              </p:cNvPr>
              <p:cNvCxnSpPr>
                <a:cxnSpLocks/>
                <a:stCxn id="655" idx="4"/>
                <a:endCxn id="620" idx="0"/>
              </p:cNvCxnSpPr>
              <p:nvPr/>
            </p:nvCxnSpPr>
            <p:spPr>
              <a:xfrm flipH="1">
                <a:off x="22351740" y="11754041"/>
                <a:ext cx="430010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49" name="Straight Connector 648">
                <a:extLst>
                  <a:ext uri="{FF2B5EF4-FFF2-40B4-BE49-F238E27FC236}">
                    <a16:creationId xmlns:a16="http://schemas.microsoft.com/office/drawing/2014/main" id="{20C2E56B-5504-FE92-758B-43D8B2B4C515}"/>
                  </a:ext>
                </a:extLst>
              </p:cNvPr>
              <p:cNvCxnSpPr>
                <a:cxnSpLocks/>
                <a:stCxn id="653" idx="4"/>
                <a:endCxn id="620" idx="0"/>
              </p:cNvCxnSpPr>
              <p:nvPr/>
            </p:nvCxnSpPr>
            <p:spPr>
              <a:xfrm>
                <a:off x="21835886" y="11754041"/>
                <a:ext cx="515854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50" name="Straight Connector 649">
                <a:extLst>
                  <a:ext uri="{FF2B5EF4-FFF2-40B4-BE49-F238E27FC236}">
                    <a16:creationId xmlns:a16="http://schemas.microsoft.com/office/drawing/2014/main" id="{BBD62E57-70E4-22F7-0C48-52F68CA87AA6}"/>
                  </a:ext>
                </a:extLst>
              </p:cNvPr>
              <p:cNvCxnSpPr>
                <a:cxnSpLocks/>
                <a:stCxn id="656" idx="4"/>
                <a:endCxn id="620" idx="0"/>
              </p:cNvCxnSpPr>
              <p:nvPr/>
            </p:nvCxnSpPr>
            <p:spPr>
              <a:xfrm>
                <a:off x="20849095" y="11754041"/>
                <a:ext cx="1502645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cxnSp>
            <p:nvCxnSpPr>
              <p:cNvPr id="651" name="Straight Connector 650">
                <a:extLst>
                  <a:ext uri="{FF2B5EF4-FFF2-40B4-BE49-F238E27FC236}">
                    <a16:creationId xmlns:a16="http://schemas.microsoft.com/office/drawing/2014/main" id="{F51019F4-6FC3-BF5B-3579-1BEB5C934A7D}"/>
                  </a:ext>
                </a:extLst>
              </p:cNvPr>
              <p:cNvCxnSpPr>
                <a:cxnSpLocks/>
                <a:stCxn id="652" idx="4"/>
                <a:endCxn id="620" idx="0"/>
              </p:cNvCxnSpPr>
              <p:nvPr/>
            </p:nvCxnSpPr>
            <p:spPr>
              <a:xfrm>
                <a:off x="21332692" y="11754041"/>
                <a:ext cx="1019048" cy="450738"/>
              </a:xfrm>
              <a:prstGeom prst="line">
                <a:avLst/>
              </a:prstGeom>
              <a:noFill/>
              <a:ln w="190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</p:cxnSp>
          <p:sp>
            <p:nvSpPr>
              <p:cNvPr id="652" name="Oval 651">
                <a:extLst>
                  <a:ext uri="{FF2B5EF4-FFF2-40B4-BE49-F238E27FC236}">
                    <a16:creationId xmlns:a16="http://schemas.microsoft.com/office/drawing/2014/main" id="{1CC7A933-7B6F-FC6A-DBB9-C9DB001B5069}"/>
                  </a:ext>
                </a:extLst>
              </p:cNvPr>
              <p:cNvSpPr/>
              <p:nvPr/>
            </p:nvSpPr>
            <p:spPr>
              <a:xfrm>
                <a:off x="21152692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3" name="Oval 652">
                <a:extLst>
                  <a:ext uri="{FF2B5EF4-FFF2-40B4-BE49-F238E27FC236}">
                    <a16:creationId xmlns:a16="http://schemas.microsoft.com/office/drawing/2014/main" id="{8A035672-C723-1D73-14AA-047BA8623F08}"/>
                  </a:ext>
                </a:extLst>
              </p:cNvPr>
              <p:cNvSpPr/>
              <p:nvPr/>
            </p:nvSpPr>
            <p:spPr>
              <a:xfrm>
                <a:off x="21655886" y="11394042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4" name="Oval 653">
                <a:extLst>
                  <a:ext uri="{FF2B5EF4-FFF2-40B4-BE49-F238E27FC236}">
                    <a16:creationId xmlns:a16="http://schemas.microsoft.com/office/drawing/2014/main" id="{AA5EC123-CA35-6A36-3E36-92D5FC1983FF}"/>
                  </a:ext>
                </a:extLst>
              </p:cNvPr>
              <p:cNvSpPr/>
              <p:nvPr/>
            </p:nvSpPr>
            <p:spPr>
              <a:xfrm>
                <a:off x="2217174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5" name="Oval 654">
                <a:extLst>
                  <a:ext uri="{FF2B5EF4-FFF2-40B4-BE49-F238E27FC236}">
                    <a16:creationId xmlns:a16="http://schemas.microsoft.com/office/drawing/2014/main" id="{712CAF9E-C0AC-CA67-B9FE-EA288504759D}"/>
                  </a:ext>
                </a:extLst>
              </p:cNvPr>
              <p:cNvSpPr/>
              <p:nvPr/>
            </p:nvSpPr>
            <p:spPr>
              <a:xfrm>
                <a:off x="22601750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6" name="Oval 655">
                <a:extLst>
                  <a:ext uri="{FF2B5EF4-FFF2-40B4-BE49-F238E27FC236}">
                    <a16:creationId xmlns:a16="http://schemas.microsoft.com/office/drawing/2014/main" id="{1649EE36-F1F2-71FF-EB5D-C0FBD25E168D}"/>
                  </a:ext>
                </a:extLst>
              </p:cNvPr>
              <p:cNvSpPr/>
              <p:nvPr/>
            </p:nvSpPr>
            <p:spPr>
              <a:xfrm>
                <a:off x="20669095" y="11394041"/>
                <a:ext cx="360000" cy="360000"/>
              </a:xfrm>
              <a:prstGeom prst="ellipse">
                <a:avLst/>
              </a:prstGeom>
              <a:solidFill>
                <a:srgbClr val="E06666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7" name="Oval 656">
                <a:extLst>
                  <a:ext uri="{FF2B5EF4-FFF2-40B4-BE49-F238E27FC236}">
                    <a16:creationId xmlns:a16="http://schemas.microsoft.com/office/drawing/2014/main" id="{3748A20A-E3D6-7DF3-FBAA-EFBE0C75C810}"/>
                  </a:ext>
                </a:extLst>
              </p:cNvPr>
              <p:cNvSpPr/>
              <p:nvPr/>
            </p:nvSpPr>
            <p:spPr>
              <a:xfrm>
                <a:off x="21183198" y="10592644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8" name="Oval 657">
                <a:extLst>
                  <a:ext uri="{FF2B5EF4-FFF2-40B4-BE49-F238E27FC236}">
                    <a16:creationId xmlns:a16="http://schemas.microsoft.com/office/drawing/2014/main" id="{60AFB00B-38DD-5682-5224-0BA99FE61809}"/>
                  </a:ext>
                </a:extLst>
              </p:cNvPr>
              <p:cNvSpPr/>
              <p:nvPr/>
            </p:nvSpPr>
            <p:spPr>
              <a:xfrm>
                <a:off x="21686391" y="10592644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9" name="Oval 658">
                <a:extLst>
                  <a:ext uri="{FF2B5EF4-FFF2-40B4-BE49-F238E27FC236}">
                    <a16:creationId xmlns:a16="http://schemas.microsoft.com/office/drawing/2014/main" id="{CDA76744-27BA-1E73-3FD0-952E0252F270}"/>
                  </a:ext>
                </a:extLst>
              </p:cNvPr>
              <p:cNvSpPr/>
              <p:nvPr/>
            </p:nvSpPr>
            <p:spPr>
              <a:xfrm>
                <a:off x="22202245" y="10592644"/>
                <a:ext cx="360000" cy="360000"/>
              </a:xfrm>
              <a:prstGeom prst="ellipse">
                <a:avLst/>
              </a:prstGeom>
              <a:solidFill>
                <a:srgbClr val="92D050"/>
              </a:solidFill>
              <a:ln w="190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4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1F351CC-3115-09A6-FA5E-445AC8D8CEEC}"/>
                    </a:ext>
                  </a:extLst>
                </p:cNvPr>
                <p:cNvSpPr txBox="1"/>
                <p:nvPr/>
              </p:nvSpPr>
              <p:spPr>
                <a:xfrm>
                  <a:off x="1253511" y="1133413"/>
                  <a:ext cx="319757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kern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kern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en-US" b="1" i="0" ker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b="1" i="1" kern="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1F351CC-3115-09A6-FA5E-445AC8D8C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511" y="1133413"/>
                  <a:ext cx="319757" cy="375552"/>
                </a:xfrm>
                <a:prstGeom prst="rect">
                  <a:avLst/>
                </a:prstGeom>
                <a:blipFill>
                  <a:blip r:embed="rId39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0B3D28-2C94-03D1-67BC-1844CC81FADF}"/>
                    </a:ext>
                  </a:extLst>
                </p:cNvPr>
                <p:cNvSpPr txBox="1"/>
                <p:nvPr/>
              </p:nvSpPr>
              <p:spPr>
                <a:xfrm>
                  <a:off x="2445804" y="1126081"/>
                  <a:ext cx="314413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kern="0" smtClea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kern="0" smtClea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en-US" b="1" i="0" kern="0">
                                <a:solidFill>
                                  <a:srgbClr val="6C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0B3D28-2C94-03D1-67BC-1844CC81F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804" y="1126081"/>
                  <a:ext cx="314413" cy="375552"/>
                </a:xfrm>
                <a:prstGeom prst="rect">
                  <a:avLst/>
                </a:prstGeom>
                <a:blipFill>
                  <a:blip r:embed="rId40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F6A8B32-10B8-0A58-E781-B395D96248FC}"/>
                    </a:ext>
                  </a:extLst>
                </p:cNvPr>
                <p:cNvSpPr txBox="1"/>
                <p:nvPr/>
              </p:nvSpPr>
              <p:spPr>
                <a:xfrm>
                  <a:off x="2396091" y="2571649"/>
                  <a:ext cx="341741" cy="375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kern="0" smtClea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kern="0" smtClea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en-US" b="1" i="0" kern="0">
                                <a:solidFill>
                                  <a:schemeClr val="accent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en-US" b="1" kern="0" dirty="0">
                    <a:solidFill>
                      <a:schemeClr val="accent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F6A8B32-10B8-0A58-E781-B395D9624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091" y="2571649"/>
                  <a:ext cx="341741" cy="375552"/>
                </a:xfrm>
                <a:prstGeom prst="rect">
                  <a:avLst/>
                </a:prstGeom>
                <a:blipFill>
                  <a:blip r:embed="rId41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F6ECFE0-901A-F3F1-9752-E39857E9F2A4}"/>
                    </a:ext>
                  </a:extLst>
                </p:cNvPr>
                <p:cNvSpPr txBox="1"/>
                <p:nvPr/>
              </p:nvSpPr>
              <p:spPr>
                <a:xfrm>
                  <a:off x="1238262" y="2588221"/>
                  <a:ext cx="368254" cy="3797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kern="0" smtClea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kern="0" smtClea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en-US" b="1" i="0" kern="0">
                                <a:solidFill>
                                  <a:srgbClr val="6CA62C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p>
                        </m:sSup>
                      </m:oMath>
                    </m:oMathPara>
                  </a14:m>
                  <a:endParaRPr lang="en-US" b="1" kern="0" dirty="0">
                    <a:solidFill>
                      <a:srgbClr val="6CA6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F6ECFE0-901A-F3F1-9752-E39857E9F2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262" y="2588221"/>
                  <a:ext cx="368254" cy="379784"/>
                </a:xfrm>
                <a:prstGeom prst="rect">
                  <a:avLst/>
                </a:prstGeom>
                <a:blipFill>
                  <a:blip r:embed="rId42"/>
                  <a:stretch>
                    <a:fillRect r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477F43-9627-EC57-CC02-6AEC4E519DCA}"/>
              </a:ext>
            </a:extLst>
          </p:cNvPr>
          <p:cNvSpPr txBox="1"/>
          <p:nvPr/>
        </p:nvSpPr>
        <p:spPr>
          <a:xfrm>
            <a:off x="1450995" y="3516473"/>
            <a:ext cx="224597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send their local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518769-DE74-AD60-1030-2621A2D8086C}"/>
              </a:ext>
            </a:extLst>
          </p:cNvPr>
          <p:cNvSpPr txBox="1"/>
          <p:nvPr/>
        </p:nvSpPr>
        <p:spPr>
          <a:xfrm>
            <a:off x="5060689" y="790281"/>
            <a:ext cx="20736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weights are averaged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9BA53-89A2-A0F2-0E00-928C08010550}"/>
              </a:ext>
            </a:extLst>
          </p:cNvPr>
          <p:cNvSpPr txBox="1"/>
          <p:nvPr/>
        </p:nvSpPr>
        <p:spPr>
          <a:xfrm>
            <a:off x="12985" y="3167390"/>
            <a:ext cx="13039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weights back to clients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8714E5-E639-E6E2-3894-E5F59A0C3029}"/>
              </a:ext>
            </a:extLst>
          </p:cNvPr>
          <p:cNvSpPr txBox="1"/>
          <p:nvPr/>
        </p:nvSpPr>
        <p:spPr>
          <a:xfrm>
            <a:off x="7414375" y="3264504"/>
            <a:ext cx="13039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weights back to clients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89742-CAEF-E755-E88C-C070B067CC7D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4722153" y="1793990"/>
            <a:ext cx="14568" cy="136723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0" name="TextBox 459">
            <a:extLst>
              <a:ext uri="{FF2B5EF4-FFF2-40B4-BE49-F238E27FC236}">
                <a16:creationId xmlns:a16="http://schemas.microsoft.com/office/drawing/2014/main" id="{4E868CD1-D9C9-923C-90C9-132EA0440DC0}"/>
              </a:ext>
            </a:extLst>
          </p:cNvPr>
          <p:cNvSpPr txBox="1"/>
          <p:nvPr/>
        </p:nvSpPr>
        <p:spPr>
          <a:xfrm>
            <a:off x="4404167" y="1270770"/>
            <a:ext cx="635972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defTabSz="4176515">
              <a:defRPr/>
            </a:pPr>
            <a:r>
              <a:rPr 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F0F89F-360E-A3B2-45A3-01278C7B9F6B}"/>
              </a:ext>
            </a:extLst>
          </p:cNvPr>
          <p:cNvCxnSpPr>
            <a:cxnSpLocks/>
            <a:endCxn id="460" idx="0"/>
          </p:cNvCxnSpPr>
          <p:nvPr/>
        </p:nvCxnSpPr>
        <p:spPr>
          <a:xfrm>
            <a:off x="4722153" y="118521"/>
            <a:ext cx="0" cy="115224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68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ACB20E1-8F6D-E73D-2E08-FDADB1B4955D}"/>
              </a:ext>
            </a:extLst>
          </p:cNvPr>
          <p:cNvGrpSpPr/>
          <p:nvPr/>
        </p:nvGrpSpPr>
        <p:grpSpPr>
          <a:xfrm>
            <a:off x="649907" y="1110884"/>
            <a:ext cx="7557025" cy="4987636"/>
            <a:chOff x="649904" y="1110883"/>
            <a:chExt cx="7557025" cy="4987636"/>
          </a:xfrm>
        </p:grpSpPr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A1C45E1B-B2A4-8602-86BA-576A8F89DAAF}"/>
                </a:ext>
              </a:extLst>
            </p:cNvPr>
            <p:cNvGrpSpPr/>
            <p:nvPr/>
          </p:nvGrpSpPr>
          <p:grpSpPr>
            <a:xfrm>
              <a:off x="710459" y="1180068"/>
              <a:ext cx="7431166" cy="4888123"/>
              <a:chOff x="15320187" y="8406507"/>
              <a:chExt cx="14111036" cy="8560715"/>
            </a:xfrm>
          </p:grpSpPr>
          <p:pic>
            <p:nvPicPr>
              <p:cNvPr id="456" name="Graphic 455" descr="Database with solid fill">
                <a:extLst>
                  <a:ext uri="{FF2B5EF4-FFF2-40B4-BE49-F238E27FC236}">
                    <a16:creationId xmlns:a16="http://schemas.microsoft.com/office/drawing/2014/main" id="{98F872D2-2BCA-CD28-C408-C9097692C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046918" y="9472695"/>
                <a:ext cx="1930478" cy="1930478"/>
              </a:xfrm>
              <a:prstGeom prst="rect">
                <a:avLst/>
              </a:prstGeom>
            </p:spPr>
          </p:pic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DAC7CC34-3B94-6158-EBA2-B179804841C0}"/>
                  </a:ext>
                </a:extLst>
              </p:cNvPr>
              <p:cNvGrpSpPr/>
              <p:nvPr/>
            </p:nvGrpSpPr>
            <p:grpSpPr>
              <a:xfrm>
                <a:off x="19262842" y="9464077"/>
                <a:ext cx="2903738" cy="2589032"/>
                <a:chOff x="3168524" y="1419584"/>
                <a:chExt cx="1169168" cy="1042454"/>
              </a:xfrm>
            </p:grpSpPr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CC2267C5-58D9-0199-F575-64E1829E51DB}"/>
                    </a:ext>
                  </a:extLst>
                </p:cNvPr>
                <p:cNvGrpSpPr/>
                <p:nvPr/>
              </p:nvGrpSpPr>
              <p:grpSpPr>
                <a:xfrm>
                  <a:off x="3880682" y="1428287"/>
                  <a:ext cx="440388" cy="425251"/>
                  <a:chOff x="3906127" y="1419951"/>
                  <a:chExt cx="440388" cy="42525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7" name="TextBox 896">
                        <a:extLst>
                          <a:ext uri="{FF2B5EF4-FFF2-40B4-BE49-F238E27FC236}">
                            <a16:creationId xmlns:a16="http://schemas.microsoft.com/office/drawing/2014/main" id="{C42B92C9-EBEA-7A85-77A7-6A2F8700816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09277" y="1708824"/>
                        <a:ext cx="262349" cy="13637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p>
                                <m:sSupPr>
                                  <m:ctrlPr>
                                    <a:rPr lang="en-US" sz="1200" b="1" i="1" ker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7" name="TextBox 896">
                        <a:extLst>
                          <a:ext uri="{FF2B5EF4-FFF2-40B4-BE49-F238E27FC236}">
                            <a16:creationId xmlns:a16="http://schemas.microsoft.com/office/drawing/2014/main" id="{C42B92C9-EBEA-7A85-77A7-6A2F8700816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277" y="1708824"/>
                        <a:ext cx="262349" cy="136378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8929" r="-3571" b="-625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8" name="TextBox 897">
                        <a:extLst>
                          <a:ext uri="{FF2B5EF4-FFF2-40B4-BE49-F238E27FC236}">
                            <a16:creationId xmlns:a16="http://schemas.microsoft.com/office/drawing/2014/main" id="{BC373DD5-FD0D-B9F2-FAD0-F4F557B89A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09277" y="1419951"/>
                        <a:ext cx="262349" cy="13637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p>
                                <m:sSupPr>
                                  <m:ctrlPr>
                                    <a:rPr lang="en-US" sz="1200" b="1" i="1" ker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8" name="TextBox 897">
                        <a:extLst>
                          <a:ext uri="{FF2B5EF4-FFF2-40B4-BE49-F238E27FC236}">
                            <a16:creationId xmlns:a16="http://schemas.microsoft.com/office/drawing/2014/main" id="{BC373DD5-FD0D-B9F2-FAD0-F4F557B89A6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277" y="1419951"/>
                        <a:ext cx="262349" cy="136378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8929" r="-3571" b="-967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99" name="Arrow: Curved Right 898">
                    <a:extLst>
                      <a:ext uri="{FF2B5EF4-FFF2-40B4-BE49-F238E27FC236}">
                        <a16:creationId xmlns:a16="http://schemas.microsoft.com/office/drawing/2014/main" id="{6C9EBEC5-D225-8CC3-57D0-8D568BBAA382}"/>
                      </a:ext>
                    </a:extLst>
                  </p:cNvPr>
                  <p:cNvSpPr/>
                  <p:nvPr/>
                </p:nvSpPr>
                <p:spPr>
                  <a:xfrm>
                    <a:off x="3906127" y="1498862"/>
                    <a:ext cx="97539" cy="275407"/>
                  </a:xfrm>
                  <a:prstGeom prst="curvedRightArrow">
                    <a:avLst/>
                  </a:prstGeom>
                  <a:solidFill>
                    <a:srgbClr val="4F81BD"/>
                  </a:solidFill>
                  <a:ln w="3175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/>
                    <a:endParaRPr lang="en-US" sz="1200" b="1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0" name="Arrow: Curved Right 899">
                    <a:extLst>
                      <a:ext uri="{FF2B5EF4-FFF2-40B4-BE49-F238E27FC236}">
                        <a16:creationId xmlns:a16="http://schemas.microsoft.com/office/drawing/2014/main" id="{53D17B24-DB86-6381-4C8E-764446FE8E9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242636" y="1486427"/>
                    <a:ext cx="103879" cy="275407"/>
                  </a:xfrm>
                  <a:prstGeom prst="curvedRightArrow">
                    <a:avLst/>
                  </a:prstGeom>
                  <a:solidFill>
                    <a:srgbClr val="4F81BD"/>
                  </a:solidFill>
                  <a:ln w="3175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1200" b="1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879" name="Group 878">
                  <a:extLst>
                    <a:ext uri="{FF2B5EF4-FFF2-40B4-BE49-F238E27FC236}">
                      <a16:creationId xmlns:a16="http://schemas.microsoft.com/office/drawing/2014/main" id="{EEF9A2C5-C689-5E47-E046-9A381C7099F0}"/>
                    </a:ext>
                  </a:extLst>
                </p:cNvPr>
                <p:cNvGrpSpPr/>
                <p:nvPr/>
              </p:nvGrpSpPr>
              <p:grpSpPr>
                <a:xfrm>
                  <a:off x="3201871" y="1419584"/>
                  <a:ext cx="708622" cy="198267"/>
                  <a:chOff x="2276686" y="1486918"/>
                  <a:chExt cx="708622" cy="198267"/>
                </a:xfrm>
              </p:grpSpPr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86163E75-1078-44CD-9654-1C24F8FCB30A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712" y="1539622"/>
                    <a:ext cx="51" cy="1222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4176515">
                      <a:defRPr/>
                    </a:pPr>
                    <a:endParaRPr lang="en-US" sz="1100" b="1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6" name="TextBox 895">
                        <a:extLst>
                          <a:ext uri="{FF2B5EF4-FFF2-40B4-BE49-F238E27FC236}">
                            <a16:creationId xmlns:a16="http://schemas.microsoft.com/office/drawing/2014/main" id="{8B7B2F47-9EEC-A15D-8BD6-D089E1C924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76686" y="1486918"/>
                        <a:ext cx="708622" cy="1982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:r>
                          <a:rPr lang="en-US" sz="1200" b="1" i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Best</a:t>
                        </a:r>
                        <a:r>
                          <a:rPr lang="en-US" sz="1200" b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:</a:t>
                        </a:r>
                        <a14:m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𝒍𝒐𝒔𝒔</m:t>
                                </m:r>
                              </m:e>
                              <m:sup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oMath>
                        </a14:m>
                        <a:endPara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6" name="TextBox 895">
                        <a:extLst>
                          <a:ext uri="{FF2B5EF4-FFF2-40B4-BE49-F238E27FC236}">
                            <a16:creationId xmlns:a16="http://schemas.microsoft.com/office/drawing/2014/main" id="{8B7B2F47-9EEC-A15D-8BD6-D089E1C9249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76686" y="1486918"/>
                        <a:ext cx="708622" cy="19826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739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880" name="Group 879">
                  <a:extLst>
                    <a:ext uri="{FF2B5EF4-FFF2-40B4-BE49-F238E27FC236}">
                      <a16:creationId xmlns:a16="http://schemas.microsoft.com/office/drawing/2014/main" id="{92006989-E9A1-E49D-92A3-A5815183D0B5}"/>
                    </a:ext>
                  </a:extLst>
                </p:cNvPr>
                <p:cNvGrpSpPr/>
                <p:nvPr/>
              </p:nvGrpSpPr>
              <p:grpSpPr>
                <a:xfrm>
                  <a:off x="3201871" y="1677793"/>
                  <a:ext cx="836375" cy="235360"/>
                  <a:chOff x="2215923" y="1762379"/>
                  <a:chExt cx="836375" cy="235360"/>
                </a:xfrm>
              </p:grpSpPr>
              <p:sp>
                <p:nvSpPr>
                  <p:cNvPr id="893" name="TextBox 892">
                    <a:extLst>
                      <a:ext uri="{FF2B5EF4-FFF2-40B4-BE49-F238E27FC236}">
                        <a16:creationId xmlns:a16="http://schemas.microsoft.com/office/drawing/2014/main" id="{836F9A73-5026-E229-37F1-FA89461BC933}"/>
                      </a:ext>
                    </a:extLst>
                  </p:cNvPr>
                  <p:cNvSpPr txBox="1"/>
                  <p:nvPr/>
                </p:nvSpPr>
                <p:spPr>
                  <a:xfrm>
                    <a:off x="2341540" y="1762379"/>
                    <a:ext cx="51" cy="1222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4176515">
                      <a:defRPr/>
                    </a:pPr>
                    <a:endParaRPr lang="en-US" sz="1100" b="1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4" name="TextBox 893">
                        <a:extLst>
                          <a:ext uri="{FF2B5EF4-FFF2-40B4-BE49-F238E27FC236}">
                            <a16:creationId xmlns:a16="http://schemas.microsoft.com/office/drawing/2014/main" id="{084C9E0A-4360-3A25-076E-4C89C6822F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15923" y="1794677"/>
                        <a:ext cx="836375" cy="20306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:r>
                          <a:rPr lang="en-US" sz="1200" b="1" i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Worst: </a:t>
                        </a:r>
                        <a14:m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𝒍𝒐𝒔𝒔</m:t>
                                </m:r>
                              </m:e>
                              <m:sup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oMath>
                        </a14:m>
                        <a:endParaRPr lang="en-US" sz="1200" b="1" i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4" name="TextBox 893">
                        <a:extLst>
                          <a:ext uri="{FF2B5EF4-FFF2-40B4-BE49-F238E27FC236}">
                            <a16:creationId xmlns:a16="http://schemas.microsoft.com/office/drawing/2014/main" id="{084C9E0A-4360-3A25-076E-4C89C6822F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15923" y="1794677"/>
                        <a:ext cx="836375" cy="203062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b="-1489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881" name="Group 880">
                  <a:extLst>
                    <a:ext uri="{FF2B5EF4-FFF2-40B4-BE49-F238E27FC236}">
                      <a16:creationId xmlns:a16="http://schemas.microsoft.com/office/drawing/2014/main" id="{8B25B684-A03F-E4AE-9B1A-C1BC85A68F93}"/>
                    </a:ext>
                  </a:extLst>
                </p:cNvPr>
                <p:cNvGrpSpPr/>
                <p:nvPr/>
              </p:nvGrpSpPr>
              <p:grpSpPr>
                <a:xfrm>
                  <a:off x="3168524" y="2004359"/>
                  <a:ext cx="814943" cy="203062"/>
                  <a:chOff x="2140215" y="2089444"/>
                  <a:chExt cx="814943" cy="2030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1" name="TextBox 890">
                        <a:extLst>
                          <a:ext uri="{FF2B5EF4-FFF2-40B4-BE49-F238E27FC236}">
                            <a16:creationId xmlns:a16="http://schemas.microsoft.com/office/drawing/2014/main" id="{0540B171-53FB-1B23-A38A-0697DEBECAB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73561" y="2089444"/>
                        <a:ext cx="781597" cy="20306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:r>
                          <a:rPr lang="en-US" sz="1200" b="1" i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Best</a:t>
                        </a:r>
                        <a:r>
                          <a:rPr lang="en-US" sz="1200" b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:</a:t>
                        </a:r>
                        <a14:m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𝒍𝒐𝒔𝒔</m:t>
                                </m:r>
                              </m:e>
                              <m:sup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oMath>
                        </a14:m>
                        <a:endPara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1" name="TextBox 890">
                        <a:extLst>
                          <a:ext uri="{FF2B5EF4-FFF2-40B4-BE49-F238E27FC236}">
                            <a16:creationId xmlns:a16="http://schemas.microsoft.com/office/drawing/2014/main" id="{0540B171-53FB-1B23-A38A-0697DEBECAB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73561" y="2089444"/>
                        <a:ext cx="781597" cy="20306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489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437C83FB-564D-6581-C196-F768BE5DB03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0215" y="2117884"/>
                    <a:ext cx="51" cy="1222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4176515">
                      <a:defRPr/>
                    </a:pPr>
                    <a:endParaRPr lang="en-US" sz="1100" b="1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9" name="TextBox 888">
                      <a:extLst>
                        <a:ext uri="{FF2B5EF4-FFF2-40B4-BE49-F238E27FC236}">
                          <a16:creationId xmlns:a16="http://schemas.microsoft.com/office/drawing/2014/main" id="{CCA6B86C-88E2-1561-49ED-A9D093D0B5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1871" y="2256938"/>
                      <a:ext cx="869910" cy="2051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defTabSz="4176515">
                        <a:defRPr/>
                      </a:pPr>
                      <a:r>
                        <a:rPr lang="en-US" sz="1200" b="1" i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</a:t>
                      </a:r>
                      <a:r>
                        <a: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1200" b="1" i="1" ker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ker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𝒍𝒐𝒔𝒔</m:t>
                              </m:r>
                            </m:e>
                            <m:sup>
                              <m:r>
                                <a:rPr lang="en-US" sz="1200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p>
                          </m:sSup>
                        </m:oMath>
                      </a14:m>
                      <a:endParaRPr lang="en-US" sz="1200" b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89" name="TextBox 888">
                      <a:extLst>
                        <a:ext uri="{FF2B5EF4-FFF2-40B4-BE49-F238E27FC236}">
                          <a16:creationId xmlns:a16="http://schemas.microsoft.com/office/drawing/2014/main" id="{CCA6B86C-88E2-1561-49ED-A9D093D0B5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01871" y="2256938"/>
                      <a:ext cx="869910" cy="2051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883" name="Group 882">
                  <a:extLst>
                    <a:ext uri="{FF2B5EF4-FFF2-40B4-BE49-F238E27FC236}">
                      <a16:creationId xmlns:a16="http://schemas.microsoft.com/office/drawing/2014/main" id="{4ABCEFAA-CD01-DA4C-C106-DCBBBC5570C2}"/>
                    </a:ext>
                  </a:extLst>
                </p:cNvPr>
                <p:cNvGrpSpPr/>
                <p:nvPr/>
              </p:nvGrpSpPr>
              <p:grpSpPr>
                <a:xfrm>
                  <a:off x="3854996" y="2004044"/>
                  <a:ext cx="482696" cy="418987"/>
                  <a:chOff x="3851667" y="2068742"/>
                  <a:chExt cx="482696" cy="41898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4" name="TextBox 883">
                        <a:extLst>
                          <a:ext uri="{FF2B5EF4-FFF2-40B4-BE49-F238E27FC236}">
                            <a16:creationId xmlns:a16="http://schemas.microsoft.com/office/drawing/2014/main" id="{C9FE08FB-2D2A-9E3E-7648-BF56211F68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51667" y="2349313"/>
                        <a:ext cx="482696" cy="1384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 defTabSz="4176515"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p>
                                <m:sSupPr>
                                  <m:ctrlPr>
                                    <a:rPr lang="en-US" sz="1200" b="1" i="1" ker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sz="1200" b="1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1200" b="1" kern="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84" name="TextBox 883">
                        <a:extLst>
                          <a:ext uri="{FF2B5EF4-FFF2-40B4-BE49-F238E27FC236}">
                            <a16:creationId xmlns:a16="http://schemas.microsoft.com/office/drawing/2014/main" id="{C9FE08FB-2D2A-9E3E-7648-BF56211F68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1667" y="2349313"/>
                        <a:ext cx="482696" cy="138416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t="-6250" b="-625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885" name="Group 884">
                    <a:extLst>
                      <a:ext uri="{FF2B5EF4-FFF2-40B4-BE49-F238E27FC236}">
                        <a16:creationId xmlns:a16="http://schemas.microsoft.com/office/drawing/2014/main" id="{541C9009-8882-0242-1EE7-B2720B76614C}"/>
                      </a:ext>
                    </a:extLst>
                  </p:cNvPr>
                  <p:cNvGrpSpPr/>
                  <p:nvPr/>
                </p:nvGrpSpPr>
                <p:grpSpPr>
                  <a:xfrm>
                    <a:off x="3897885" y="2068742"/>
                    <a:ext cx="420292" cy="339615"/>
                    <a:chOff x="3897885" y="2068742"/>
                    <a:chExt cx="420292" cy="33961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86" name="TextBox 885">
                          <a:extLst>
                            <a:ext uri="{FF2B5EF4-FFF2-40B4-BE49-F238E27FC236}">
                              <a16:creationId xmlns:a16="http://schemas.microsoft.com/office/drawing/2014/main" id="{4522CAED-43DD-72D5-F843-24D8645A132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96471" y="2068742"/>
                          <a:ext cx="262349" cy="13637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 defTabSz="4176515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sSup>
                                  <m:sSupPr>
                                    <m:ctrlPr>
                                      <a:rPr lang="en-US" sz="1200" b="1" i="1" ker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sz="1200" b="1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b="1" kern="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886" name="TextBox 885">
                          <a:extLst>
                            <a:ext uri="{FF2B5EF4-FFF2-40B4-BE49-F238E27FC236}">
                              <a16:creationId xmlns:a16="http://schemas.microsoft.com/office/drawing/2014/main" id="{4522CAED-43DD-72D5-F843-24D8645A132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96471" y="2068742"/>
                          <a:ext cx="262349" cy="136378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8772" r="-1754" b="-967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887" name="Arrow: Curved Right 886">
                      <a:extLst>
                        <a:ext uri="{FF2B5EF4-FFF2-40B4-BE49-F238E27FC236}">
                          <a16:creationId xmlns:a16="http://schemas.microsoft.com/office/drawing/2014/main" id="{D8523196-4256-986E-7B2F-CE3210C66CB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230055" y="2132950"/>
                      <a:ext cx="88122" cy="275407"/>
                    </a:xfrm>
                    <a:prstGeom prst="curvedRightArrow">
                      <a:avLst/>
                    </a:prstGeom>
                    <a:solidFill>
                      <a:srgbClr val="4F81BD"/>
                    </a:solidFill>
                    <a:ln w="3175" cap="flat" cmpd="sng" algn="ctr">
                      <a:solidFill>
                        <a:srgbClr val="4F81BD">
                          <a:shade val="50000"/>
                        </a:srgbClr>
                      </a:solidFill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176515"/>
                      <a:endParaRPr lang="en-US" sz="1200" b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88" name="Arrow: Curved Right 887">
                      <a:extLst>
                        <a:ext uri="{FF2B5EF4-FFF2-40B4-BE49-F238E27FC236}">
                          <a16:creationId xmlns:a16="http://schemas.microsoft.com/office/drawing/2014/main" id="{B133E0E4-23A8-28B1-3FFF-278D0CD5E3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7885" y="2128606"/>
                      <a:ext cx="101931" cy="275408"/>
                    </a:xfrm>
                    <a:prstGeom prst="curvedRightArrow">
                      <a:avLst/>
                    </a:prstGeom>
                    <a:solidFill>
                      <a:srgbClr val="4F81BD"/>
                    </a:solidFill>
                    <a:ln w="3175" cap="flat" cmpd="sng" algn="ctr">
                      <a:solidFill>
                        <a:srgbClr val="4F81BD">
                          <a:shade val="50000"/>
                        </a:srgbClr>
                      </a:solidFill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176515"/>
                      <a:endParaRPr lang="en-US" sz="1200" b="1" ker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sp>
            <p:nvSpPr>
              <p:cNvPr id="459" name="Text Box 136">
                <a:extLst>
                  <a:ext uri="{FF2B5EF4-FFF2-40B4-BE49-F238E27FC236}">
                    <a16:creationId xmlns:a16="http://schemas.microsoft.com/office/drawing/2014/main" id="{3123D494-B87F-4201-4EDC-E9380D4A6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60467" y="16497977"/>
                <a:ext cx="359268" cy="469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4176515">
                  <a:defRPr/>
                </a:pPr>
                <a:endParaRPr lang="en-US" altLang="pt-PT" sz="1100" i="1" kern="0" dirty="0">
                  <a:solidFill>
                    <a:prstClr val="black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4E868CD1-D9C9-923C-90C9-132EA0440DC0}"/>
                  </a:ext>
                </a:extLst>
              </p:cNvPr>
              <p:cNvSpPr txBox="1"/>
              <p:nvPr/>
            </p:nvSpPr>
            <p:spPr>
              <a:xfrm>
                <a:off x="22388574" y="8431285"/>
                <a:ext cx="1131017" cy="82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176515">
                  <a:defRPr/>
                </a:pPr>
                <a:r>
                  <a:rPr lang="en-US" sz="2400" b="1" i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</p:txBody>
          </p: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E67C9A4F-63A4-647D-B2C4-D38810B94FED}"/>
                  </a:ext>
                </a:extLst>
              </p:cNvPr>
              <p:cNvSpPr txBox="1"/>
              <p:nvPr/>
            </p:nvSpPr>
            <p:spPr>
              <a:xfrm>
                <a:off x="18045452" y="8407020"/>
                <a:ext cx="3312965" cy="82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176515">
                  <a:defRPr/>
                </a:pPr>
                <a:r>
                  <a:rPr lang="en-US" sz="2400" b="1" i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Swapping</a:t>
                </a:r>
              </a:p>
            </p:txBody>
          </p: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5B528A39-E8C0-8847-3DB0-05464DDE1004}"/>
                  </a:ext>
                </a:extLst>
              </p:cNvPr>
              <p:cNvSpPr txBox="1"/>
              <p:nvPr/>
            </p:nvSpPr>
            <p:spPr>
              <a:xfrm>
                <a:off x="24549748" y="8406507"/>
                <a:ext cx="3479671" cy="82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176515">
                  <a:defRPr/>
                </a:pPr>
                <a:r>
                  <a:rPr lang="en-US" sz="2400" b="1" i="1" kern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Averaging</a:t>
                </a:r>
              </a:p>
            </p:txBody>
          </p:sp>
          <p:sp>
            <p:nvSpPr>
              <p:cNvPr id="463" name="Arrow: Left 462">
                <a:extLst>
                  <a:ext uri="{FF2B5EF4-FFF2-40B4-BE49-F238E27FC236}">
                    <a16:creationId xmlns:a16="http://schemas.microsoft.com/office/drawing/2014/main" id="{F60E69CA-CE4F-A50C-5386-1BA8C1428FA1}"/>
                  </a:ext>
                </a:extLst>
              </p:cNvPr>
              <p:cNvSpPr/>
              <p:nvPr/>
            </p:nvSpPr>
            <p:spPr>
              <a:xfrm rot="10800000">
                <a:off x="25912487" y="10411403"/>
                <a:ext cx="539999" cy="323999"/>
              </a:xfrm>
              <a:prstGeom prst="lef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66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4" name="Group 463">
                <a:extLst>
                  <a:ext uri="{FF2B5EF4-FFF2-40B4-BE49-F238E27FC236}">
                    <a16:creationId xmlns:a16="http://schemas.microsoft.com/office/drawing/2014/main" id="{46063D5C-828B-56CD-73DA-FE2469492337}"/>
                  </a:ext>
                </a:extLst>
              </p:cNvPr>
              <p:cNvGrpSpPr/>
              <p:nvPr/>
            </p:nvGrpSpPr>
            <p:grpSpPr>
              <a:xfrm>
                <a:off x="26497729" y="9875525"/>
                <a:ext cx="1260002" cy="1382994"/>
                <a:chOff x="20669095" y="10588667"/>
                <a:chExt cx="2292655" cy="1976112"/>
              </a:xfrm>
            </p:grpSpPr>
            <p:sp>
              <p:nvSpPr>
                <p:cNvPr id="834" name="Oval 833">
                  <a:extLst>
                    <a:ext uri="{FF2B5EF4-FFF2-40B4-BE49-F238E27FC236}">
                      <a16:creationId xmlns:a16="http://schemas.microsoft.com/office/drawing/2014/main" id="{8593261D-AB02-D650-A00B-D480B17887C8}"/>
                    </a:ext>
                  </a:extLst>
                </p:cNvPr>
                <p:cNvSpPr/>
                <p:nvPr/>
              </p:nvSpPr>
              <p:spPr>
                <a:xfrm>
                  <a:off x="21152692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5" name="Oval 834">
                  <a:extLst>
                    <a:ext uri="{FF2B5EF4-FFF2-40B4-BE49-F238E27FC236}">
                      <a16:creationId xmlns:a16="http://schemas.microsoft.com/office/drawing/2014/main" id="{D67B35E5-0E70-337E-43AF-9C44A2F48BD9}"/>
                    </a:ext>
                  </a:extLst>
                </p:cNvPr>
                <p:cNvSpPr/>
                <p:nvPr/>
              </p:nvSpPr>
              <p:spPr>
                <a:xfrm>
                  <a:off x="21655886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6" name="Oval 835">
                  <a:extLst>
                    <a:ext uri="{FF2B5EF4-FFF2-40B4-BE49-F238E27FC236}">
                      <a16:creationId xmlns:a16="http://schemas.microsoft.com/office/drawing/2014/main" id="{FC1506E1-0BB7-D281-5234-4AE5CC00CFB7}"/>
                    </a:ext>
                  </a:extLst>
                </p:cNvPr>
                <p:cNvSpPr/>
                <p:nvPr/>
              </p:nvSpPr>
              <p:spPr>
                <a:xfrm>
                  <a:off x="22168170" y="10606756"/>
                  <a:ext cx="360001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7" name="Oval 836">
                  <a:extLst>
                    <a:ext uri="{FF2B5EF4-FFF2-40B4-BE49-F238E27FC236}">
                      <a16:creationId xmlns:a16="http://schemas.microsoft.com/office/drawing/2014/main" id="{B8C923D6-C31E-CB8E-1AE4-59269228F41B}"/>
                    </a:ext>
                  </a:extLst>
                </p:cNvPr>
                <p:cNvSpPr/>
                <p:nvPr/>
              </p:nvSpPr>
              <p:spPr>
                <a:xfrm>
                  <a:off x="21152692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8" name="Oval 837">
                  <a:extLst>
                    <a:ext uri="{FF2B5EF4-FFF2-40B4-BE49-F238E27FC236}">
                      <a16:creationId xmlns:a16="http://schemas.microsoft.com/office/drawing/2014/main" id="{FED5B1BA-D96B-721F-7CB1-6FD615CDB0B7}"/>
                    </a:ext>
                  </a:extLst>
                </p:cNvPr>
                <p:cNvSpPr/>
                <p:nvPr/>
              </p:nvSpPr>
              <p:spPr>
                <a:xfrm>
                  <a:off x="21655886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9" name="Oval 838">
                  <a:extLst>
                    <a:ext uri="{FF2B5EF4-FFF2-40B4-BE49-F238E27FC236}">
                      <a16:creationId xmlns:a16="http://schemas.microsoft.com/office/drawing/2014/main" id="{058C1196-2DAB-BBC3-B764-C9F5DE7BFCC0}"/>
                    </a:ext>
                  </a:extLst>
                </p:cNvPr>
                <p:cNvSpPr/>
                <p:nvPr/>
              </p:nvSpPr>
              <p:spPr>
                <a:xfrm>
                  <a:off x="22171740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40" name="Straight Connector 839">
                  <a:extLst>
                    <a:ext uri="{FF2B5EF4-FFF2-40B4-BE49-F238E27FC236}">
                      <a16:creationId xmlns:a16="http://schemas.microsoft.com/office/drawing/2014/main" id="{197A425A-EEE8-F8BF-8170-E7F4C8A6DFFC}"/>
                    </a:ext>
                  </a:extLst>
                </p:cNvPr>
                <p:cNvCxnSpPr>
                  <a:cxnSpLocks/>
                  <a:stCxn id="834" idx="4"/>
                  <a:endCxn id="875" idx="0"/>
                </p:cNvCxnSpPr>
                <p:nvPr/>
              </p:nvCxnSpPr>
              <p:spPr>
                <a:xfrm flipH="1">
                  <a:off x="20849095" y="10948667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7C6721D-0A4C-5094-D621-980F9A9D0D65}"/>
                    </a:ext>
                  </a:extLst>
                </p:cNvPr>
                <p:cNvCxnSpPr>
                  <a:cxnSpLocks/>
                  <a:stCxn id="835" idx="4"/>
                  <a:endCxn id="871" idx="0"/>
                </p:cNvCxnSpPr>
                <p:nvPr/>
              </p:nvCxnSpPr>
              <p:spPr>
                <a:xfrm flipH="1"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2" name="Straight Connector 841">
                  <a:extLst>
                    <a:ext uri="{FF2B5EF4-FFF2-40B4-BE49-F238E27FC236}">
                      <a16:creationId xmlns:a16="http://schemas.microsoft.com/office/drawing/2014/main" id="{72047ABB-64F1-72FE-619E-AF2390E4CDF3}"/>
                    </a:ext>
                  </a:extLst>
                </p:cNvPr>
                <p:cNvCxnSpPr>
                  <a:cxnSpLocks/>
                  <a:stCxn id="835" idx="4"/>
                  <a:endCxn id="872" idx="0"/>
                </p:cNvCxnSpPr>
                <p:nvPr/>
              </p:nvCxnSpPr>
              <p:spPr>
                <a:xfrm>
                  <a:off x="21835886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3" name="Straight Connector 842">
                  <a:extLst>
                    <a:ext uri="{FF2B5EF4-FFF2-40B4-BE49-F238E27FC236}">
                      <a16:creationId xmlns:a16="http://schemas.microsoft.com/office/drawing/2014/main" id="{D07FAA77-2EE9-D640-E05B-AB861996A589}"/>
                    </a:ext>
                  </a:extLst>
                </p:cNvPr>
                <p:cNvCxnSpPr>
                  <a:cxnSpLocks/>
                  <a:stCxn id="835" idx="4"/>
                  <a:endCxn id="873" idx="1"/>
                </p:cNvCxnSpPr>
                <p:nvPr/>
              </p:nvCxnSpPr>
              <p:spPr>
                <a:xfrm>
                  <a:off x="21835886" y="10948667"/>
                  <a:ext cx="38857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4" name="Straight Connector 843">
                  <a:extLst>
                    <a:ext uri="{FF2B5EF4-FFF2-40B4-BE49-F238E27FC236}">
                      <a16:creationId xmlns:a16="http://schemas.microsoft.com/office/drawing/2014/main" id="{5EAE9029-8729-1B72-9AFC-234596501E15}"/>
                    </a:ext>
                  </a:extLst>
                </p:cNvPr>
                <p:cNvCxnSpPr>
                  <a:cxnSpLocks/>
                  <a:stCxn id="835" idx="4"/>
                  <a:endCxn id="875" idx="0"/>
                </p:cNvCxnSpPr>
                <p:nvPr/>
              </p:nvCxnSpPr>
              <p:spPr>
                <a:xfrm flipH="1">
                  <a:off x="20849095" y="10948667"/>
                  <a:ext cx="986791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5" name="Straight Connector 844">
                  <a:extLst>
                    <a:ext uri="{FF2B5EF4-FFF2-40B4-BE49-F238E27FC236}">
                      <a16:creationId xmlns:a16="http://schemas.microsoft.com/office/drawing/2014/main" id="{BFFD0CAF-B070-D7D3-FC46-85F15854D91E}"/>
                    </a:ext>
                  </a:extLst>
                </p:cNvPr>
                <p:cNvCxnSpPr>
                  <a:cxnSpLocks/>
                  <a:stCxn id="834" idx="4"/>
                  <a:endCxn id="874" idx="1"/>
                </p:cNvCxnSpPr>
                <p:nvPr/>
              </p:nvCxnSpPr>
              <p:spPr>
                <a:xfrm>
                  <a:off x="21332692" y="10948667"/>
                  <a:ext cx="13217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6" name="Straight Connector 845">
                  <a:extLst>
                    <a:ext uri="{FF2B5EF4-FFF2-40B4-BE49-F238E27FC236}">
                      <a16:creationId xmlns:a16="http://schemas.microsoft.com/office/drawing/2014/main" id="{524D4139-B035-5EDB-D252-BAA1017BAB74}"/>
                    </a:ext>
                  </a:extLst>
                </p:cNvPr>
                <p:cNvCxnSpPr>
                  <a:cxnSpLocks/>
                  <a:stCxn id="834" idx="4"/>
                  <a:endCxn id="872" idx="0"/>
                </p:cNvCxnSpPr>
                <p:nvPr/>
              </p:nvCxnSpPr>
              <p:spPr>
                <a:xfrm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2B100BDA-DE83-06D1-1431-9C15351C0402}"/>
                    </a:ext>
                  </a:extLst>
                </p:cNvPr>
                <p:cNvCxnSpPr>
                  <a:cxnSpLocks/>
                  <a:stCxn id="834" idx="4"/>
                  <a:endCxn id="873" idx="1"/>
                </p:cNvCxnSpPr>
                <p:nvPr/>
              </p:nvCxnSpPr>
              <p:spPr>
                <a:xfrm>
                  <a:off x="21332692" y="10948667"/>
                  <a:ext cx="89176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8" name="Straight Connector 847">
                  <a:extLst>
                    <a:ext uri="{FF2B5EF4-FFF2-40B4-BE49-F238E27FC236}">
                      <a16:creationId xmlns:a16="http://schemas.microsoft.com/office/drawing/2014/main" id="{45609DDF-D0DA-E49A-B8B6-B33B92839AFB}"/>
                    </a:ext>
                  </a:extLst>
                </p:cNvPr>
                <p:cNvCxnSpPr>
                  <a:cxnSpLocks/>
                  <a:stCxn id="834" idx="4"/>
                  <a:endCxn id="871" idx="0"/>
                </p:cNvCxnSpPr>
                <p:nvPr/>
              </p:nvCxnSpPr>
              <p:spPr>
                <a:xfrm>
                  <a:off x="21332692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551870AF-63DE-FFE0-69C1-CF19E92D2FD8}"/>
                    </a:ext>
                  </a:extLst>
                </p:cNvPr>
                <p:cNvCxnSpPr>
                  <a:cxnSpLocks/>
                  <a:stCxn id="835" idx="4"/>
                  <a:endCxn id="874" idx="1"/>
                </p:cNvCxnSpPr>
                <p:nvPr/>
              </p:nvCxnSpPr>
              <p:spPr>
                <a:xfrm>
                  <a:off x="21835886" y="10948667"/>
                  <a:ext cx="81858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0" name="Straight Connector 849">
                  <a:extLst>
                    <a:ext uri="{FF2B5EF4-FFF2-40B4-BE49-F238E27FC236}">
                      <a16:creationId xmlns:a16="http://schemas.microsoft.com/office/drawing/2014/main" id="{0DEAAC4C-2507-44C4-683F-38D8CE8C3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5482" y="10943294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1" name="Straight Connector 850">
                  <a:extLst>
                    <a:ext uri="{FF2B5EF4-FFF2-40B4-BE49-F238E27FC236}">
                      <a16:creationId xmlns:a16="http://schemas.microsoft.com/office/drawing/2014/main" id="{61448607-F585-395D-8E55-46F21D4ECE45}"/>
                    </a:ext>
                  </a:extLst>
                </p:cNvPr>
                <p:cNvCxnSpPr>
                  <a:cxnSpLocks/>
                  <a:stCxn id="836" idx="4"/>
                  <a:endCxn id="873" idx="1"/>
                </p:cNvCxnSpPr>
                <p:nvPr/>
              </p:nvCxnSpPr>
              <p:spPr>
                <a:xfrm flipH="1">
                  <a:off x="22224461" y="10966756"/>
                  <a:ext cx="123709" cy="480006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2" name="Straight Connector 851">
                  <a:extLst>
                    <a:ext uri="{FF2B5EF4-FFF2-40B4-BE49-F238E27FC236}">
                      <a16:creationId xmlns:a16="http://schemas.microsoft.com/office/drawing/2014/main" id="{1FB9C895-030E-A2B8-A5E5-CC9E01AB66E6}"/>
                    </a:ext>
                  </a:extLst>
                </p:cNvPr>
                <p:cNvCxnSpPr>
                  <a:cxnSpLocks/>
                  <a:endCxn id="871" idx="0"/>
                </p:cNvCxnSpPr>
                <p:nvPr/>
              </p:nvCxnSpPr>
              <p:spPr>
                <a:xfrm flipH="1">
                  <a:off x="21332692" y="10943294"/>
                  <a:ext cx="1006387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3" name="Straight Connector 852">
                  <a:extLst>
                    <a:ext uri="{FF2B5EF4-FFF2-40B4-BE49-F238E27FC236}">
                      <a16:creationId xmlns:a16="http://schemas.microsoft.com/office/drawing/2014/main" id="{0B0F0296-DB96-E333-98F7-94D1F50A7DE7}"/>
                    </a:ext>
                  </a:extLst>
                </p:cNvPr>
                <p:cNvCxnSpPr>
                  <a:cxnSpLocks/>
                  <a:endCxn id="872" idx="0"/>
                </p:cNvCxnSpPr>
                <p:nvPr/>
              </p:nvCxnSpPr>
              <p:spPr>
                <a:xfrm flipH="1">
                  <a:off x="21835886" y="10943294"/>
                  <a:ext cx="503193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4" name="Straight Connector 853">
                  <a:extLst>
                    <a:ext uri="{FF2B5EF4-FFF2-40B4-BE49-F238E27FC236}">
                      <a16:creationId xmlns:a16="http://schemas.microsoft.com/office/drawing/2014/main" id="{CB56F4DB-561A-96EE-4C06-E70BDAB4152C}"/>
                    </a:ext>
                  </a:extLst>
                </p:cNvPr>
                <p:cNvCxnSpPr>
                  <a:cxnSpLocks/>
                  <a:endCxn id="875" idx="0"/>
                </p:cNvCxnSpPr>
                <p:nvPr/>
              </p:nvCxnSpPr>
              <p:spPr>
                <a:xfrm flipH="1">
                  <a:off x="20849095" y="10943294"/>
                  <a:ext cx="1489984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5" name="Straight Connector 854">
                  <a:extLst>
                    <a:ext uri="{FF2B5EF4-FFF2-40B4-BE49-F238E27FC236}">
                      <a16:creationId xmlns:a16="http://schemas.microsoft.com/office/drawing/2014/main" id="{6C4C04BD-F494-9105-0651-620910E4B864}"/>
                    </a:ext>
                  </a:extLst>
                </p:cNvPr>
                <p:cNvCxnSpPr>
                  <a:cxnSpLocks/>
                  <a:stCxn id="836" idx="4"/>
                  <a:endCxn id="874" idx="1"/>
                </p:cNvCxnSpPr>
                <p:nvPr/>
              </p:nvCxnSpPr>
              <p:spPr>
                <a:xfrm>
                  <a:off x="22348170" y="10966756"/>
                  <a:ext cx="306301" cy="480006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6" name="Straight Connector 855">
                  <a:extLst>
                    <a:ext uri="{FF2B5EF4-FFF2-40B4-BE49-F238E27FC236}">
                      <a16:creationId xmlns:a16="http://schemas.microsoft.com/office/drawing/2014/main" id="{69C4BBCD-31A4-0B7B-E29A-10AB9705EBEC}"/>
                    </a:ext>
                  </a:extLst>
                </p:cNvPr>
                <p:cNvCxnSpPr>
                  <a:cxnSpLocks/>
                  <a:stCxn id="871" idx="4"/>
                  <a:endCxn id="837" idx="0"/>
                </p:cNvCxnSpPr>
                <p:nvPr/>
              </p:nvCxnSpPr>
              <p:spPr>
                <a:xfrm>
                  <a:off x="21332692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7" name="Straight Connector 856">
                  <a:extLst>
                    <a:ext uri="{FF2B5EF4-FFF2-40B4-BE49-F238E27FC236}">
                      <a16:creationId xmlns:a16="http://schemas.microsoft.com/office/drawing/2014/main" id="{56E5C3A5-2600-8AAE-3F88-8B154B2E1631}"/>
                    </a:ext>
                  </a:extLst>
                </p:cNvPr>
                <p:cNvCxnSpPr>
                  <a:cxnSpLocks/>
                  <a:stCxn id="872" idx="4"/>
                  <a:endCxn id="837" idx="0"/>
                </p:cNvCxnSpPr>
                <p:nvPr/>
              </p:nvCxnSpPr>
              <p:spPr>
                <a:xfrm flipH="1"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8" name="Straight Connector 857">
                  <a:extLst>
                    <a:ext uri="{FF2B5EF4-FFF2-40B4-BE49-F238E27FC236}">
                      <a16:creationId xmlns:a16="http://schemas.microsoft.com/office/drawing/2014/main" id="{A2DD5FD8-6343-6CD2-6ABA-3F047DF09191}"/>
                    </a:ext>
                  </a:extLst>
                </p:cNvPr>
                <p:cNvCxnSpPr>
                  <a:cxnSpLocks/>
                  <a:stCxn id="875" idx="4"/>
                  <a:endCxn id="837" idx="0"/>
                </p:cNvCxnSpPr>
                <p:nvPr/>
              </p:nvCxnSpPr>
              <p:spPr>
                <a:xfrm>
                  <a:off x="20849095" y="11754041"/>
                  <a:ext cx="483597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59" name="Straight Connector 858">
                  <a:extLst>
                    <a:ext uri="{FF2B5EF4-FFF2-40B4-BE49-F238E27FC236}">
                      <a16:creationId xmlns:a16="http://schemas.microsoft.com/office/drawing/2014/main" id="{9ED3EFA4-7EFA-D924-A429-DA30DC7053B6}"/>
                    </a:ext>
                  </a:extLst>
                </p:cNvPr>
                <p:cNvCxnSpPr>
                  <a:cxnSpLocks/>
                  <a:stCxn id="873" idx="4"/>
                  <a:endCxn id="837" idx="0"/>
                </p:cNvCxnSpPr>
                <p:nvPr/>
              </p:nvCxnSpPr>
              <p:spPr>
                <a:xfrm flipH="1"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0" name="Straight Connector 859">
                  <a:extLst>
                    <a:ext uri="{FF2B5EF4-FFF2-40B4-BE49-F238E27FC236}">
                      <a16:creationId xmlns:a16="http://schemas.microsoft.com/office/drawing/2014/main" id="{34B20576-A2E1-93C8-E344-755F75F763DB}"/>
                    </a:ext>
                  </a:extLst>
                </p:cNvPr>
                <p:cNvCxnSpPr>
                  <a:cxnSpLocks/>
                  <a:stCxn id="874" idx="4"/>
                  <a:endCxn id="837" idx="0"/>
                </p:cNvCxnSpPr>
                <p:nvPr/>
              </p:nvCxnSpPr>
              <p:spPr>
                <a:xfrm flipH="1">
                  <a:off x="21332692" y="11754041"/>
                  <a:ext cx="144905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1" name="Straight Connector 860">
                  <a:extLst>
                    <a:ext uri="{FF2B5EF4-FFF2-40B4-BE49-F238E27FC236}">
                      <a16:creationId xmlns:a16="http://schemas.microsoft.com/office/drawing/2014/main" id="{41C4F2E3-AC18-60E2-D2AE-04C89D694D33}"/>
                    </a:ext>
                  </a:extLst>
                </p:cNvPr>
                <p:cNvCxnSpPr>
                  <a:cxnSpLocks/>
                  <a:stCxn id="871" idx="4"/>
                  <a:endCxn id="838" idx="0"/>
                </p:cNvCxnSpPr>
                <p:nvPr/>
              </p:nvCxnSpPr>
              <p:spPr>
                <a:xfrm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2" name="Straight Connector 861">
                  <a:extLst>
                    <a:ext uri="{FF2B5EF4-FFF2-40B4-BE49-F238E27FC236}">
                      <a16:creationId xmlns:a16="http://schemas.microsoft.com/office/drawing/2014/main" id="{912180B7-04F7-7A9C-EFF1-8F360181CC3F}"/>
                    </a:ext>
                  </a:extLst>
                </p:cNvPr>
                <p:cNvCxnSpPr>
                  <a:cxnSpLocks/>
                  <a:stCxn id="872" idx="4"/>
                  <a:endCxn id="838" idx="0"/>
                </p:cNvCxnSpPr>
                <p:nvPr/>
              </p:nvCxnSpPr>
              <p:spPr>
                <a:xfrm>
                  <a:off x="21835886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3" name="Straight Connector 862">
                  <a:extLst>
                    <a:ext uri="{FF2B5EF4-FFF2-40B4-BE49-F238E27FC236}">
                      <a16:creationId xmlns:a16="http://schemas.microsoft.com/office/drawing/2014/main" id="{C3611DDF-0343-33AA-A45D-DB3ED6FC71C2}"/>
                    </a:ext>
                  </a:extLst>
                </p:cNvPr>
                <p:cNvCxnSpPr>
                  <a:cxnSpLocks/>
                  <a:stCxn id="875" idx="4"/>
                  <a:endCxn id="838" idx="0"/>
                </p:cNvCxnSpPr>
                <p:nvPr/>
              </p:nvCxnSpPr>
              <p:spPr>
                <a:xfrm>
                  <a:off x="20849095" y="11754041"/>
                  <a:ext cx="986791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4" name="Straight Connector 863">
                  <a:extLst>
                    <a:ext uri="{FF2B5EF4-FFF2-40B4-BE49-F238E27FC236}">
                      <a16:creationId xmlns:a16="http://schemas.microsoft.com/office/drawing/2014/main" id="{8DCCC7D2-81D2-7F83-78E7-C7355A6FB96A}"/>
                    </a:ext>
                  </a:extLst>
                </p:cNvPr>
                <p:cNvCxnSpPr>
                  <a:cxnSpLocks/>
                  <a:stCxn id="873" idx="4"/>
                  <a:endCxn id="838" idx="0"/>
                </p:cNvCxnSpPr>
                <p:nvPr/>
              </p:nvCxnSpPr>
              <p:spPr>
                <a:xfrm flipH="1"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5" name="Straight Connector 864">
                  <a:extLst>
                    <a:ext uri="{FF2B5EF4-FFF2-40B4-BE49-F238E27FC236}">
                      <a16:creationId xmlns:a16="http://schemas.microsoft.com/office/drawing/2014/main" id="{4DAD7D70-3D3C-BEED-3475-C00EB73C634C}"/>
                    </a:ext>
                  </a:extLst>
                </p:cNvPr>
                <p:cNvCxnSpPr>
                  <a:cxnSpLocks/>
                  <a:stCxn id="874" idx="4"/>
                  <a:endCxn id="838" idx="0"/>
                </p:cNvCxnSpPr>
                <p:nvPr/>
              </p:nvCxnSpPr>
              <p:spPr>
                <a:xfrm flipH="1">
                  <a:off x="21835886" y="11754041"/>
                  <a:ext cx="94586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6" name="Straight Connector 865">
                  <a:extLst>
                    <a:ext uri="{FF2B5EF4-FFF2-40B4-BE49-F238E27FC236}">
                      <a16:creationId xmlns:a16="http://schemas.microsoft.com/office/drawing/2014/main" id="{A7E5AD61-9972-1B4A-AB13-E9639175FBA1}"/>
                    </a:ext>
                  </a:extLst>
                </p:cNvPr>
                <p:cNvCxnSpPr>
                  <a:cxnSpLocks/>
                  <a:stCxn id="873" idx="4"/>
                  <a:endCxn id="839" idx="0"/>
                </p:cNvCxnSpPr>
                <p:nvPr/>
              </p:nvCxnSpPr>
              <p:spPr>
                <a:xfrm>
                  <a:off x="22351740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7" name="Straight Connector 866">
                  <a:extLst>
                    <a:ext uri="{FF2B5EF4-FFF2-40B4-BE49-F238E27FC236}">
                      <a16:creationId xmlns:a16="http://schemas.microsoft.com/office/drawing/2014/main" id="{8DEB1A09-3C47-B405-1951-CE51856A781C}"/>
                    </a:ext>
                  </a:extLst>
                </p:cNvPr>
                <p:cNvCxnSpPr>
                  <a:cxnSpLocks/>
                  <a:stCxn id="874" idx="4"/>
                  <a:endCxn id="839" idx="0"/>
                </p:cNvCxnSpPr>
                <p:nvPr/>
              </p:nvCxnSpPr>
              <p:spPr>
                <a:xfrm flipH="1">
                  <a:off x="22351740" y="11754041"/>
                  <a:ext cx="43001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8" name="Straight Connector 867">
                  <a:extLst>
                    <a:ext uri="{FF2B5EF4-FFF2-40B4-BE49-F238E27FC236}">
                      <a16:creationId xmlns:a16="http://schemas.microsoft.com/office/drawing/2014/main" id="{0F6C2166-62C7-3F1E-6C45-592123984023}"/>
                    </a:ext>
                  </a:extLst>
                </p:cNvPr>
                <p:cNvCxnSpPr>
                  <a:cxnSpLocks/>
                  <a:stCxn id="872" idx="4"/>
                  <a:endCxn id="839" idx="0"/>
                </p:cNvCxnSpPr>
                <p:nvPr/>
              </p:nvCxnSpPr>
              <p:spPr>
                <a:xfrm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69" name="Straight Connector 868">
                  <a:extLst>
                    <a:ext uri="{FF2B5EF4-FFF2-40B4-BE49-F238E27FC236}">
                      <a16:creationId xmlns:a16="http://schemas.microsoft.com/office/drawing/2014/main" id="{09953838-0CE8-B3C3-43D2-FF84A24B0338}"/>
                    </a:ext>
                  </a:extLst>
                </p:cNvPr>
                <p:cNvCxnSpPr>
                  <a:cxnSpLocks/>
                  <a:stCxn id="875" idx="4"/>
                  <a:endCxn id="839" idx="0"/>
                </p:cNvCxnSpPr>
                <p:nvPr/>
              </p:nvCxnSpPr>
              <p:spPr>
                <a:xfrm>
                  <a:off x="20849095" y="11754041"/>
                  <a:ext cx="1502645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70" name="Straight Connector 869">
                  <a:extLst>
                    <a:ext uri="{FF2B5EF4-FFF2-40B4-BE49-F238E27FC236}">
                      <a16:creationId xmlns:a16="http://schemas.microsoft.com/office/drawing/2014/main" id="{5E520907-1D4C-E555-DE08-AF07A11AE0CD}"/>
                    </a:ext>
                  </a:extLst>
                </p:cNvPr>
                <p:cNvCxnSpPr>
                  <a:cxnSpLocks/>
                  <a:stCxn id="871" idx="4"/>
                  <a:endCxn id="839" idx="0"/>
                </p:cNvCxnSpPr>
                <p:nvPr/>
              </p:nvCxnSpPr>
              <p:spPr>
                <a:xfrm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871" name="Oval 870">
                  <a:extLst>
                    <a:ext uri="{FF2B5EF4-FFF2-40B4-BE49-F238E27FC236}">
                      <a16:creationId xmlns:a16="http://schemas.microsoft.com/office/drawing/2014/main" id="{5D6EFB46-F228-47DA-44F7-71B76E253C6A}"/>
                    </a:ext>
                  </a:extLst>
                </p:cNvPr>
                <p:cNvSpPr/>
                <p:nvPr/>
              </p:nvSpPr>
              <p:spPr>
                <a:xfrm>
                  <a:off x="21152692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2" name="Oval 871">
                  <a:extLst>
                    <a:ext uri="{FF2B5EF4-FFF2-40B4-BE49-F238E27FC236}">
                      <a16:creationId xmlns:a16="http://schemas.microsoft.com/office/drawing/2014/main" id="{9594535C-1CB3-42DD-2448-0FF7A632FC06}"/>
                    </a:ext>
                  </a:extLst>
                </p:cNvPr>
                <p:cNvSpPr/>
                <p:nvPr/>
              </p:nvSpPr>
              <p:spPr>
                <a:xfrm>
                  <a:off x="21655886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3" name="Oval 872">
                  <a:extLst>
                    <a:ext uri="{FF2B5EF4-FFF2-40B4-BE49-F238E27FC236}">
                      <a16:creationId xmlns:a16="http://schemas.microsoft.com/office/drawing/2014/main" id="{46AD149E-B325-B9BF-67B6-6FB5E025A4FF}"/>
                    </a:ext>
                  </a:extLst>
                </p:cNvPr>
                <p:cNvSpPr/>
                <p:nvPr/>
              </p:nvSpPr>
              <p:spPr>
                <a:xfrm>
                  <a:off x="2217174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4" name="Oval 873">
                  <a:extLst>
                    <a:ext uri="{FF2B5EF4-FFF2-40B4-BE49-F238E27FC236}">
                      <a16:creationId xmlns:a16="http://schemas.microsoft.com/office/drawing/2014/main" id="{D4551FD2-EC9E-FE0C-8C51-F89C67FE065E}"/>
                    </a:ext>
                  </a:extLst>
                </p:cNvPr>
                <p:cNvSpPr/>
                <p:nvPr/>
              </p:nvSpPr>
              <p:spPr>
                <a:xfrm>
                  <a:off x="2260175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5" name="Oval 874">
                  <a:extLst>
                    <a:ext uri="{FF2B5EF4-FFF2-40B4-BE49-F238E27FC236}">
                      <a16:creationId xmlns:a16="http://schemas.microsoft.com/office/drawing/2014/main" id="{3F17D4C0-64B7-FF65-87DC-FB65A3CD66B3}"/>
                    </a:ext>
                  </a:extLst>
                </p:cNvPr>
                <p:cNvSpPr/>
                <p:nvPr/>
              </p:nvSpPr>
              <p:spPr>
                <a:xfrm>
                  <a:off x="20669095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5" name="Arrow: Curved Right 464">
                <a:extLst>
                  <a:ext uri="{FF2B5EF4-FFF2-40B4-BE49-F238E27FC236}">
                    <a16:creationId xmlns:a16="http://schemas.microsoft.com/office/drawing/2014/main" id="{8C4C5626-7748-8905-DB20-16126E203DA5}"/>
                  </a:ext>
                </a:extLst>
              </p:cNvPr>
              <p:cNvSpPr/>
              <p:nvPr/>
            </p:nvSpPr>
            <p:spPr>
              <a:xfrm flipH="1">
                <a:off x="27811223" y="10362268"/>
                <a:ext cx="1620000" cy="4536000"/>
              </a:xfrm>
              <a:prstGeom prst="curvedRightArrow">
                <a:avLst>
                  <a:gd name="adj1" fmla="val 21949"/>
                  <a:gd name="adj2" fmla="val 50000"/>
                  <a:gd name="adj3" fmla="val 25000"/>
                </a:avLst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6" name="Arrow: Left 465">
                <a:extLst>
                  <a:ext uri="{FF2B5EF4-FFF2-40B4-BE49-F238E27FC236}">
                    <a16:creationId xmlns:a16="http://schemas.microsoft.com/office/drawing/2014/main" id="{10153A7E-CF2C-4D0D-0530-1D25E6D19265}"/>
                  </a:ext>
                </a:extLst>
              </p:cNvPr>
              <p:cNvSpPr/>
              <p:nvPr/>
            </p:nvSpPr>
            <p:spPr>
              <a:xfrm rot="8500934" flipV="1">
                <a:off x="19432801" y="12788407"/>
                <a:ext cx="2700000" cy="216000"/>
              </a:xfrm>
              <a:prstGeom prst="lef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7" name="Arrow: Left 466">
                <a:extLst>
                  <a:ext uri="{FF2B5EF4-FFF2-40B4-BE49-F238E27FC236}">
                    <a16:creationId xmlns:a16="http://schemas.microsoft.com/office/drawing/2014/main" id="{FC6E52CF-29FB-F5B6-4164-7512B988D43B}"/>
                  </a:ext>
                </a:extLst>
              </p:cNvPr>
              <p:cNvSpPr/>
              <p:nvPr/>
            </p:nvSpPr>
            <p:spPr>
              <a:xfrm rot="7425187" flipV="1">
                <a:off x="21001438" y="12818696"/>
                <a:ext cx="1908000" cy="216000"/>
              </a:xfrm>
              <a:prstGeom prst="lef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8" name="Arrow: Left 467">
                <a:extLst>
                  <a:ext uri="{FF2B5EF4-FFF2-40B4-BE49-F238E27FC236}">
                    <a16:creationId xmlns:a16="http://schemas.microsoft.com/office/drawing/2014/main" id="{A2715705-AAAF-F808-04D8-A5E7E4D3840D}"/>
                  </a:ext>
                </a:extLst>
              </p:cNvPr>
              <p:cNvSpPr/>
              <p:nvPr/>
            </p:nvSpPr>
            <p:spPr>
              <a:xfrm rot="3591258" flipV="1">
                <a:off x="23081959" y="12848350"/>
                <a:ext cx="2016000" cy="216000"/>
              </a:xfrm>
              <a:prstGeom prst="lef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9" name="Arrow: Left 468">
                <a:extLst>
                  <a:ext uri="{FF2B5EF4-FFF2-40B4-BE49-F238E27FC236}">
                    <a16:creationId xmlns:a16="http://schemas.microsoft.com/office/drawing/2014/main" id="{20FDA903-0765-FE5E-2A05-B43C033A506A}"/>
                  </a:ext>
                </a:extLst>
              </p:cNvPr>
              <p:cNvSpPr/>
              <p:nvPr/>
            </p:nvSpPr>
            <p:spPr>
              <a:xfrm rot="2701449" flipV="1">
                <a:off x="23728267" y="12696461"/>
                <a:ext cx="2772000" cy="216000"/>
              </a:xfrm>
              <a:prstGeom prst="leftArrow">
                <a:avLst/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3C80218E-273D-4005-3C95-D635CFC0CEFE}"/>
                  </a:ext>
                </a:extLst>
              </p:cNvPr>
              <p:cNvGrpSpPr/>
              <p:nvPr/>
            </p:nvGrpSpPr>
            <p:grpSpPr>
              <a:xfrm>
                <a:off x="18248194" y="13987438"/>
                <a:ext cx="1212273" cy="1015664"/>
                <a:chOff x="20669095" y="10588667"/>
                <a:chExt cx="2292655" cy="1976112"/>
              </a:xfrm>
            </p:grpSpPr>
            <p:sp>
              <p:nvSpPr>
                <p:cNvPr id="792" name="Oval 791">
                  <a:extLst>
                    <a:ext uri="{FF2B5EF4-FFF2-40B4-BE49-F238E27FC236}">
                      <a16:creationId xmlns:a16="http://schemas.microsoft.com/office/drawing/2014/main" id="{40EC1580-0385-A0A1-AE22-BE97A968EBAF}"/>
                    </a:ext>
                  </a:extLst>
                </p:cNvPr>
                <p:cNvSpPr/>
                <p:nvPr/>
              </p:nvSpPr>
              <p:spPr>
                <a:xfrm>
                  <a:off x="21152692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3" name="Oval 792">
                  <a:extLst>
                    <a:ext uri="{FF2B5EF4-FFF2-40B4-BE49-F238E27FC236}">
                      <a16:creationId xmlns:a16="http://schemas.microsoft.com/office/drawing/2014/main" id="{E8825D69-E57D-03EC-5738-9743360905BF}"/>
                    </a:ext>
                  </a:extLst>
                </p:cNvPr>
                <p:cNvSpPr/>
                <p:nvPr/>
              </p:nvSpPr>
              <p:spPr>
                <a:xfrm>
                  <a:off x="21655886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4" name="Oval 793">
                  <a:extLst>
                    <a:ext uri="{FF2B5EF4-FFF2-40B4-BE49-F238E27FC236}">
                      <a16:creationId xmlns:a16="http://schemas.microsoft.com/office/drawing/2014/main" id="{23973419-1EAD-072B-8A6D-EB3697FAC92D}"/>
                    </a:ext>
                  </a:extLst>
                </p:cNvPr>
                <p:cNvSpPr/>
                <p:nvPr/>
              </p:nvSpPr>
              <p:spPr>
                <a:xfrm>
                  <a:off x="22171740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5" name="Oval 794">
                  <a:extLst>
                    <a:ext uri="{FF2B5EF4-FFF2-40B4-BE49-F238E27FC236}">
                      <a16:creationId xmlns:a16="http://schemas.microsoft.com/office/drawing/2014/main" id="{455B2F0B-05B9-4D39-5969-4096F775A406}"/>
                    </a:ext>
                  </a:extLst>
                </p:cNvPr>
                <p:cNvSpPr/>
                <p:nvPr/>
              </p:nvSpPr>
              <p:spPr>
                <a:xfrm>
                  <a:off x="21152692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6" name="Oval 795">
                  <a:extLst>
                    <a:ext uri="{FF2B5EF4-FFF2-40B4-BE49-F238E27FC236}">
                      <a16:creationId xmlns:a16="http://schemas.microsoft.com/office/drawing/2014/main" id="{C339ACB7-E151-EA1E-ABCB-A4E0330762D3}"/>
                    </a:ext>
                  </a:extLst>
                </p:cNvPr>
                <p:cNvSpPr/>
                <p:nvPr/>
              </p:nvSpPr>
              <p:spPr>
                <a:xfrm>
                  <a:off x="21655886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7" name="Oval 796">
                  <a:extLst>
                    <a:ext uri="{FF2B5EF4-FFF2-40B4-BE49-F238E27FC236}">
                      <a16:creationId xmlns:a16="http://schemas.microsoft.com/office/drawing/2014/main" id="{8E86145D-BF75-0F82-02C8-5869B94B652A}"/>
                    </a:ext>
                  </a:extLst>
                </p:cNvPr>
                <p:cNvSpPr/>
                <p:nvPr/>
              </p:nvSpPr>
              <p:spPr>
                <a:xfrm>
                  <a:off x="22171740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98" name="Straight Connector 797">
                  <a:extLst>
                    <a:ext uri="{FF2B5EF4-FFF2-40B4-BE49-F238E27FC236}">
                      <a16:creationId xmlns:a16="http://schemas.microsoft.com/office/drawing/2014/main" id="{05412AEB-A67A-E2E7-AB24-B64EB74EB705}"/>
                    </a:ext>
                  </a:extLst>
                </p:cNvPr>
                <p:cNvCxnSpPr>
                  <a:cxnSpLocks/>
                  <a:stCxn id="792" idx="4"/>
                  <a:endCxn id="833" idx="0"/>
                </p:cNvCxnSpPr>
                <p:nvPr/>
              </p:nvCxnSpPr>
              <p:spPr>
                <a:xfrm flipH="1">
                  <a:off x="20849095" y="10948667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799" name="Straight Connector 798">
                  <a:extLst>
                    <a:ext uri="{FF2B5EF4-FFF2-40B4-BE49-F238E27FC236}">
                      <a16:creationId xmlns:a16="http://schemas.microsoft.com/office/drawing/2014/main" id="{CA11BACA-CAE8-DC41-96D9-9B441C9E2F04}"/>
                    </a:ext>
                  </a:extLst>
                </p:cNvPr>
                <p:cNvCxnSpPr>
                  <a:cxnSpLocks/>
                  <a:stCxn id="793" idx="4"/>
                  <a:endCxn id="829" idx="0"/>
                </p:cNvCxnSpPr>
                <p:nvPr/>
              </p:nvCxnSpPr>
              <p:spPr>
                <a:xfrm flipH="1"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0" name="Straight Connector 799">
                  <a:extLst>
                    <a:ext uri="{FF2B5EF4-FFF2-40B4-BE49-F238E27FC236}">
                      <a16:creationId xmlns:a16="http://schemas.microsoft.com/office/drawing/2014/main" id="{BEF76B42-2C28-DBCB-E35D-19352814A749}"/>
                    </a:ext>
                  </a:extLst>
                </p:cNvPr>
                <p:cNvCxnSpPr>
                  <a:cxnSpLocks/>
                  <a:stCxn id="793" idx="4"/>
                  <a:endCxn id="830" idx="0"/>
                </p:cNvCxnSpPr>
                <p:nvPr/>
              </p:nvCxnSpPr>
              <p:spPr>
                <a:xfrm>
                  <a:off x="21835886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1" name="Straight Connector 800">
                  <a:extLst>
                    <a:ext uri="{FF2B5EF4-FFF2-40B4-BE49-F238E27FC236}">
                      <a16:creationId xmlns:a16="http://schemas.microsoft.com/office/drawing/2014/main" id="{C9A17566-7546-4DA2-4E26-B4601741018A}"/>
                    </a:ext>
                  </a:extLst>
                </p:cNvPr>
                <p:cNvCxnSpPr>
                  <a:cxnSpLocks/>
                  <a:stCxn id="793" idx="4"/>
                  <a:endCxn id="831" idx="1"/>
                </p:cNvCxnSpPr>
                <p:nvPr/>
              </p:nvCxnSpPr>
              <p:spPr>
                <a:xfrm>
                  <a:off x="21835886" y="10948667"/>
                  <a:ext cx="38857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2" name="Straight Connector 801">
                  <a:extLst>
                    <a:ext uri="{FF2B5EF4-FFF2-40B4-BE49-F238E27FC236}">
                      <a16:creationId xmlns:a16="http://schemas.microsoft.com/office/drawing/2014/main" id="{E7D25BF0-E0E4-9D2D-00EC-D5A630A60140}"/>
                    </a:ext>
                  </a:extLst>
                </p:cNvPr>
                <p:cNvCxnSpPr>
                  <a:cxnSpLocks/>
                  <a:stCxn id="793" idx="4"/>
                  <a:endCxn id="833" idx="0"/>
                </p:cNvCxnSpPr>
                <p:nvPr/>
              </p:nvCxnSpPr>
              <p:spPr>
                <a:xfrm flipH="1">
                  <a:off x="20849095" y="10948667"/>
                  <a:ext cx="986791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3" name="Straight Connector 802">
                  <a:extLst>
                    <a:ext uri="{FF2B5EF4-FFF2-40B4-BE49-F238E27FC236}">
                      <a16:creationId xmlns:a16="http://schemas.microsoft.com/office/drawing/2014/main" id="{84FA1CEF-FCBE-7E00-3662-C9EA1FECB28A}"/>
                    </a:ext>
                  </a:extLst>
                </p:cNvPr>
                <p:cNvCxnSpPr>
                  <a:cxnSpLocks/>
                  <a:stCxn id="792" idx="4"/>
                  <a:endCxn id="832" idx="1"/>
                </p:cNvCxnSpPr>
                <p:nvPr/>
              </p:nvCxnSpPr>
              <p:spPr>
                <a:xfrm>
                  <a:off x="21332692" y="10948667"/>
                  <a:ext cx="13217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4" name="Straight Connector 803">
                  <a:extLst>
                    <a:ext uri="{FF2B5EF4-FFF2-40B4-BE49-F238E27FC236}">
                      <a16:creationId xmlns:a16="http://schemas.microsoft.com/office/drawing/2014/main" id="{9369E916-2955-9846-3A08-2804E504B3DF}"/>
                    </a:ext>
                  </a:extLst>
                </p:cNvPr>
                <p:cNvCxnSpPr>
                  <a:cxnSpLocks/>
                  <a:stCxn id="792" idx="4"/>
                  <a:endCxn id="830" idx="0"/>
                </p:cNvCxnSpPr>
                <p:nvPr/>
              </p:nvCxnSpPr>
              <p:spPr>
                <a:xfrm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5" name="Straight Connector 804">
                  <a:extLst>
                    <a:ext uri="{FF2B5EF4-FFF2-40B4-BE49-F238E27FC236}">
                      <a16:creationId xmlns:a16="http://schemas.microsoft.com/office/drawing/2014/main" id="{A5208BBC-629C-C48E-CAF6-7B1A4768BECC}"/>
                    </a:ext>
                  </a:extLst>
                </p:cNvPr>
                <p:cNvCxnSpPr>
                  <a:cxnSpLocks/>
                  <a:stCxn id="792" idx="4"/>
                  <a:endCxn id="831" idx="1"/>
                </p:cNvCxnSpPr>
                <p:nvPr/>
              </p:nvCxnSpPr>
              <p:spPr>
                <a:xfrm>
                  <a:off x="21332692" y="10948667"/>
                  <a:ext cx="89176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6" name="Straight Connector 805">
                  <a:extLst>
                    <a:ext uri="{FF2B5EF4-FFF2-40B4-BE49-F238E27FC236}">
                      <a16:creationId xmlns:a16="http://schemas.microsoft.com/office/drawing/2014/main" id="{1CC1B8DF-9A27-CD0D-B39F-362A2B08E7AF}"/>
                    </a:ext>
                  </a:extLst>
                </p:cNvPr>
                <p:cNvCxnSpPr>
                  <a:cxnSpLocks/>
                  <a:stCxn id="792" idx="4"/>
                  <a:endCxn id="829" idx="0"/>
                </p:cNvCxnSpPr>
                <p:nvPr/>
              </p:nvCxnSpPr>
              <p:spPr>
                <a:xfrm>
                  <a:off x="21332692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7" name="Straight Connector 806">
                  <a:extLst>
                    <a:ext uri="{FF2B5EF4-FFF2-40B4-BE49-F238E27FC236}">
                      <a16:creationId xmlns:a16="http://schemas.microsoft.com/office/drawing/2014/main" id="{AD5AB11E-58A9-7DEE-B902-ACDE230F2F5E}"/>
                    </a:ext>
                  </a:extLst>
                </p:cNvPr>
                <p:cNvCxnSpPr>
                  <a:cxnSpLocks/>
                  <a:stCxn id="793" idx="4"/>
                  <a:endCxn id="832" idx="1"/>
                </p:cNvCxnSpPr>
                <p:nvPr/>
              </p:nvCxnSpPr>
              <p:spPr>
                <a:xfrm>
                  <a:off x="21835886" y="10948667"/>
                  <a:ext cx="81858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8" name="Straight Connector 807">
                  <a:extLst>
                    <a:ext uri="{FF2B5EF4-FFF2-40B4-BE49-F238E27FC236}">
                      <a16:creationId xmlns:a16="http://schemas.microsoft.com/office/drawing/2014/main" id="{87507215-E9C0-13DA-7578-5FFD96334B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5482" y="10943294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09" name="Straight Connector 808">
                  <a:extLst>
                    <a:ext uri="{FF2B5EF4-FFF2-40B4-BE49-F238E27FC236}">
                      <a16:creationId xmlns:a16="http://schemas.microsoft.com/office/drawing/2014/main" id="{E858D0D1-0EB4-F287-E4BB-CF016449877E}"/>
                    </a:ext>
                  </a:extLst>
                </p:cNvPr>
                <p:cNvCxnSpPr>
                  <a:cxnSpLocks/>
                  <a:stCxn id="794" idx="4"/>
                  <a:endCxn id="831" idx="1"/>
                </p:cNvCxnSpPr>
                <p:nvPr/>
              </p:nvCxnSpPr>
              <p:spPr>
                <a:xfrm flipH="1">
                  <a:off x="22224461" y="10948667"/>
                  <a:ext cx="1272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0" name="Straight Connector 809">
                  <a:extLst>
                    <a:ext uri="{FF2B5EF4-FFF2-40B4-BE49-F238E27FC236}">
                      <a16:creationId xmlns:a16="http://schemas.microsoft.com/office/drawing/2014/main" id="{C55AEA01-41CE-18E6-47F7-6921D22A85EC}"/>
                    </a:ext>
                  </a:extLst>
                </p:cNvPr>
                <p:cNvCxnSpPr>
                  <a:cxnSpLocks/>
                  <a:endCxn id="829" idx="0"/>
                </p:cNvCxnSpPr>
                <p:nvPr/>
              </p:nvCxnSpPr>
              <p:spPr>
                <a:xfrm flipH="1">
                  <a:off x="21332692" y="10943294"/>
                  <a:ext cx="1006387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1" name="Straight Connector 810">
                  <a:extLst>
                    <a:ext uri="{FF2B5EF4-FFF2-40B4-BE49-F238E27FC236}">
                      <a16:creationId xmlns:a16="http://schemas.microsoft.com/office/drawing/2014/main" id="{9541AF41-80F5-ECB0-0241-67F523B7EC3A}"/>
                    </a:ext>
                  </a:extLst>
                </p:cNvPr>
                <p:cNvCxnSpPr>
                  <a:cxnSpLocks/>
                  <a:endCxn id="830" idx="0"/>
                </p:cNvCxnSpPr>
                <p:nvPr/>
              </p:nvCxnSpPr>
              <p:spPr>
                <a:xfrm flipH="1">
                  <a:off x="21835886" y="10943294"/>
                  <a:ext cx="503193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2" name="Straight Connector 811">
                  <a:extLst>
                    <a:ext uri="{FF2B5EF4-FFF2-40B4-BE49-F238E27FC236}">
                      <a16:creationId xmlns:a16="http://schemas.microsoft.com/office/drawing/2014/main" id="{46DB7807-FA91-BC9F-8D8D-36474914B4D9}"/>
                    </a:ext>
                  </a:extLst>
                </p:cNvPr>
                <p:cNvCxnSpPr>
                  <a:cxnSpLocks/>
                  <a:endCxn id="833" idx="0"/>
                </p:cNvCxnSpPr>
                <p:nvPr/>
              </p:nvCxnSpPr>
              <p:spPr>
                <a:xfrm flipH="1">
                  <a:off x="20849095" y="10943294"/>
                  <a:ext cx="1489984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3" name="Straight Connector 812">
                  <a:extLst>
                    <a:ext uri="{FF2B5EF4-FFF2-40B4-BE49-F238E27FC236}">
                      <a16:creationId xmlns:a16="http://schemas.microsoft.com/office/drawing/2014/main" id="{9F665CCA-A12F-4482-BECF-893F107A7926}"/>
                    </a:ext>
                  </a:extLst>
                </p:cNvPr>
                <p:cNvCxnSpPr>
                  <a:cxnSpLocks/>
                  <a:stCxn id="794" idx="4"/>
                  <a:endCxn id="832" idx="1"/>
                </p:cNvCxnSpPr>
                <p:nvPr/>
              </p:nvCxnSpPr>
              <p:spPr>
                <a:xfrm>
                  <a:off x="22351740" y="10948667"/>
                  <a:ext cx="302731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4" name="Straight Connector 813">
                  <a:extLst>
                    <a:ext uri="{FF2B5EF4-FFF2-40B4-BE49-F238E27FC236}">
                      <a16:creationId xmlns:a16="http://schemas.microsoft.com/office/drawing/2014/main" id="{4DF10E37-67D2-2094-B83B-319C4EAF8A35}"/>
                    </a:ext>
                  </a:extLst>
                </p:cNvPr>
                <p:cNvCxnSpPr>
                  <a:cxnSpLocks/>
                  <a:stCxn id="829" idx="4"/>
                  <a:endCxn id="795" idx="0"/>
                </p:cNvCxnSpPr>
                <p:nvPr/>
              </p:nvCxnSpPr>
              <p:spPr>
                <a:xfrm>
                  <a:off x="21332692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5" name="Straight Connector 814">
                  <a:extLst>
                    <a:ext uri="{FF2B5EF4-FFF2-40B4-BE49-F238E27FC236}">
                      <a16:creationId xmlns:a16="http://schemas.microsoft.com/office/drawing/2014/main" id="{95146C0A-6C5D-B446-E5D7-1D0C99F22C3C}"/>
                    </a:ext>
                  </a:extLst>
                </p:cNvPr>
                <p:cNvCxnSpPr>
                  <a:cxnSpLocks/>
                  <a:stCxn id="830" idx="4"/>
                  <a:endCxn id="795" idx="0"/>
                </p:cNvCxnSpPr>
                <p:nvPr/>
              </p:nvCxnSpPr>
              <p:spPr>
                <a:xfrm flipH="1"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6" name="Straight Connector 815">
                  <a:extLst>
                    <a:ext uri="{FF2B5EF4-FFF2-40B4-BE49-F238E27FC236}">
                      <a16:creationId xmlns:a16="http://schemas.microsoft.com/office/drawing/2014/main" id="{463BF0A9-AFAA-3901-F9EA-2840686B5121}"/>
                    </a:ext>
                  </a:extLst>
                </p:cNvPr>
                <p:cNvCxnSpPr>
                  <a:cxnSpLocks/>
                  <a:stCxn id="833" idx="4"/>
                  <a:endCxn id="795" idx="0"/>
                </p:cNvCxnSpPr>
                <p:nvPr/>
              </p:nvCxnSpPr>
              <p:spPr>
                <a:xfrm>
                  <a:off x="20849095" y="11754041"/>
                  <a:ext cx="483597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7" name="Straight Connector 816">
                  <a:extLst>
                    <a:ext uri="{FF2B5EF4-FFF2-40B4-BE49-F238E27FC236}">
                      <a16:creationId xmlns:a16="http://schemas.microsoft.com/office/drawing/2014/main" id="{A18C2A36-CC38-D3C1-ED22-412EFB9F457E}"/>
                    </a:ext>
                  </a:extLst>
                </p:cNvPr>
                <p:cNvCxnSpPr>
                  <a:cxnSpLocks/>
                  <a:stCxn id="831" idx="4"/>
                  <a:endCxn id="795" idx="0"/>
                </p:cNvCxnSpPr>
                <p:nvPr/>
              </p:nvCxnSpPr>
              <p:spPr>
                <a:xfrm flipH="1"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8" name="Straight Connector 817">
                  <a:extLst>
                    <a:ext uri="{FF2B5EF4-FFF2-40B4-BE49-F238E27FC236}">
                      <a16:creationId xmlns:a16="http://schemas.microsoft.com/office/drawing/2014/main" id="{AA530852-0D1A-AA9D-ED3A-FC5F4D92E11B}"/>
                    </a:ext>
                  </a:extLst>
                </p:cNvPr>
                <p:cNvCxnSpPr>
                  <a:cxnSpLocks/>
                  <a:stCxn id="832" idx="4"/>
                  <a:endCxn id="795" idx="0"/>
                </p:cNvCxnSpPr>
                <p:nvPr/>
              </p:nvCxnSpPr>
              <p:spPr>
                <a:xfrm flipH="1">
                  <a:off x="21332692" y="11754041"/>
                  <a:ext cx="144905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19" name="Straight Connector 818">
                  <a:extLst>
                    <a:ext uri="{FF2B5EF4-FFF2-40B4-BE49-F238E27FC236}">
                      <a16:creationId xmlns:a16="http://schemas.microsoft.com/office/drawing/2014/main" id="{34846E24-4A59-EB47-5678-635E3CB9D99D}"/>
                    </a:ext>
                  </a:extLst>
                </p:cNvPr>
                <p:cNvCxnSpPr>
                  <a:cxnSpLocks/>
                  <a:stCxn id="829" idx="4"/>
                  <a:endCxn id="796" idx="0"/>
                </p:cNvCxnSpPr>
                <p:nvPr/>
              </p:nvCxnSpPr>
              <p:spPr>
                <a:xfrm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0" name="Straight Connector 819">
                  <a:extLst>
                    <a:ext uri="{FF2B5EF4-FFF2-40B4-BE49-F238E27FC236}">
                      <a16:creationId xmlns:a16="http://schemas.microsoft.com/office/drawing/2014/main" id="{C2811A4A-467E-E2BA-5469-828CC5D8749F}"/>
                    </a:ext>
                  </a:extLst>
                </p:cNvPr>
                <p:cNvCxnSpPr>
                  <a:cxnSpLocks/>
                  <a:stCxn id="830" idx="4"/>
                  <a:endCxn id="796" idx="0"/>
                </p:cNvCxnSpPr>
                <p:nvPr/>
              </p:nvCxnSpPr>
              <p:spPr>
                <a:xfrm>
                  <a:off x="21835886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1" name="Straight Connector 820">
                  <a:extLst>
                    <a:ext uri="{FF2B5EF4-FFF2-40B4-BE49-F238E27FC236}">
                      <a16:creationId xmlns:a16="http://schemas.microsoft.com/office/drawing/2014/main" id="{2EF8BF18-9352-9343-05A9-B6A674C1CEC4}"/>
                    </a:ext>
                  </a:extLst>
                </p:cNvPr>
                <p:cNvCxnSpPr>
                  <a:cxnSpLocks/>
                  <a:stCxn id="833" idx="4"/>
                  <a:endCxn id="796" idx="0"/>
                </p:cNvCxnSpPr>
                <p:nvPr/>
              </p:nvCxnSpPr>
              <p:spPr>
                <a:xfrm>
                  <a:off x="20849095" y="11754041"/>
                  <a:ext cx="986791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30CF136A-4617-9A05-7B2A-69EBCAC0C05B}"/>
                    </a:ext>
                  </a:extLst>
                </p:cNvPr>
                <p:cNvCxnSpPr>
                  <a:cxnSpLocks/>
                  <a:stCxn id="831" idx="4"/>
                  <a:endCxn id="796" idx="0"/>
                </p:cNvCxnSpPr>
                <p:nvPr/>
              </p:nvCxnSpPr>
              <p:spPr>
                <a:xfrm flipH="1"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3" name="Straight Connector 822">
                  <a:extLst>
                    <a:ext uri="{FF2B5EF4-FFF2-40B4-BE49-F238E27FC236}">
                      <a16:creationId xmlns:a16="http://schemas.microsoft.com/office/drawing/2014/main" id="{DB751DF3-D210-7EB2-7B83-B603AC4CA541}"/>
                    </a:ext>
                  </a:extLst>
                </p:cNvPr>
                <p:cNvCxnSpPr>
                  <a:cxnSpLocks/>
                  <a:stCxn id="832" idx="4"/>
                  <a:endCxn id="796" idx="0"/>
                </p:cNvCxnSpPr>
                <p:nvPr/>
              </p:nvCxnSpPr>
              <p:spPr>
                <a:xfrm flipH="1">
                  <a:off x="21835886" y="11754041"/>
                  <a:ext cx="94586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4" name="Straight Connector 823">
                  <a:extLst>
                    <a:ext uri="{FF2B5EF4-FFF2-40B4-BE49-F238E27FC236}">
                      <a16:creationId xmlns:a16="http://schemas.microsoft.com/office/drawing/2014/main" id="{660CFDA9-AAC3-61AF-3029-39CED87C01D1}"/>
                    </a:ext>
                  </a:extLst>
                </p:cNvPr>
                <p:cNvCxnSpPr>
                  <a:cxnSpLocks/>
                  <a:stCxn id="831" idx="4"/>
                  <a:endCxn id="797" idx="0"/>
                </p:cNvCxnSpPr>
                <p:nvPr/>
              </p:nvCxnSpPr>
              <p:spPr>
                <a:xfrm>
                  <a:off x="22351740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5" name="Straight Connector 824">
                  <a:extLst>
                    <a:ext uri="{FF2B5EF4-FFF2-40B4-BE49-F238E27FC236}">
                      <a16:creationId xmlns:a16="http://schemas.microsoft.com/office/drawing/2014/main" id="{11E6CE81-4C46-C671-67E0-E62D4D4E4ED3}"/>
                    </a:ext>
                  </a:extLst>
                </p:cNvPr>
                <p:cNvCxnSpPr>
                  <a:cxnSpLocks/>
                  <a:stCxn id="832" idx="4"/>
                  <a:endCxn id="797" idx="0"/>
                </p:cNvCxnSpPr>
                <p:nvPr/>
              </p:nvCxnSpPr>
              <p:spPr>
                <a:xfrm flipH="1">
                  <a:off x="22351740" y="11754041"/>
                  <a:ext cx="43001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6" name="Straight Connector 825">
                  <a:extLst>
                    <a:ext uri="{FF2B5EF4-FFF2-40B4-BE49-F238E27FC236}">
                      <a16:creationId xmlns:a16="http://schemas.microsoft.com/office/drawing/2014/main" id="{CB82F464-EC5B-E6BA-06AF-BB803864539D}"/>
                    </a:ext>
                  </a:extLst>
                </p:cNvPr>
                <p:cNvCxnSpPr>
                  <a:cxnSpLocks/>
                  <a:stCxn id="830" idx="4"/>
                  <a:endCxn id="797" idx="0"/>
                </p:cNvCxnSpPr>
                <p:nvPr/>
              </p:nvCxnSpPr>
              <p:spPr>
                <a:xfrm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7" name="Straight Connector 826">
                  <a:extLst>
                    <a:ext uri="{FF2B5EF4-FFF2-40B4-BE49-F238E27FC236}">
                      <a16:creationId xmlns:a16="http://schemas.microsoft.com/office/drawing/2014/main" id="{672BD7C4-408A-BC2D-68B8-2A2A92BF115A}"/>
                    </a:ext>
                  </a:extLst>
                </p:cNvPr>
                <p:cNvCxnSpPr>
                  <a:cxnSpLocks/>
                  <a:stCxn id="833" idx="4"/>
                  <a:endCxn id="797" idx="0"/>
                </p:cNvCxnSpPr>
                <p:nvPr/>
              </p:nvCxnSpPr>
              <p:spPr>
                <a:xfrm>
                  <a:off x="20849095" y="11754041"/>
                  <a:ext cx="1502645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828" name="Straight Connector 827">
                  <a:extLst>
                    <a:ext uri="{FF2B5EF4-FFF2-40B4-BE49-F238E27FC236}">
                      <a16:creationId xmlns:a16="http://schemas.microsoft.com/office/drawing/2014/main" id="{7E57FC24-CDF5-0257-0BB8-5B1213377A85}"/>
                    </a:ext>
                  </a:extLst>
                </p:cNvPr>
                <p:cNvCxnSpPr>
                  <a:cxnSpLocks/>
                  <a:stCxn id="829" idx="4"/>
                  <a:endCxn id="797" idx="0"/>
                </p:cNvCxnSpPr>
                <p:nvPr/>
              </p:nvCxnSpPr>
              <p:spPr>
                <a:xfrm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829" name="Oval 828">
                  <a:extLst>
                    <a:ext uri="{FF2B5EF4-FFF2-40B4-BE49-F238E27FC236}">
                      <a16:creationId xmlns:a16="http://schemas.microsoft.com/office/drawing/2014/main" id="{03A712A4-F513-D289-8707-7F9FB2599D4B}"/>
                    </a:ext>
                  </a:extLst>
                </p:cNvPr>
                <p:cNvSpPr/>
                <p:nvPr/>
              </p:nvSpPr>
              <p:spPr>
                <a:xfrm>
                  <a:off x="21152692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0" name="Oval 829">
                  <a:extLst>
                    <a:ext uri="{FF2B5EF4-FFF2-40B4-BE49-F238E27FC236}">
                      <a16:creationId xmlns:a16="http://schemas.microsoft.com/office/drawing/2014/main" id="{511F8998-D982-1EB2-D450-9846B46823AE}"/>
                    </a:ext>
                  </a:extLst>
                </p:cNvPr>
                <p:cNvSpPr/>
                <p:nvPr/>
              </p:nvSpPr>
              <p:spPr>
                <a:xfrm>
                  <a:off x="21655886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1" name="Oval 830">
                  <a:extLst>
                    <a:ext uri="{FF2B5EF4-FFF2-40B4-BE49-F238E27FC236}">
                      <a16:creationId xmlns:a16="http://schemas.microsoft.com/office/drawing/2014/main" id="{4D5C7260-A71D-0592-A012-AB2543206112}"/>
                    </a:ext>
                  </a:extLst>
                </p:cNvPr>
                <p:cNvSpPr/>
                <p:nvPr/>
              </p:nvSpPr>
              <p:spPr>
                <a:xfrm>
                  <a:off x="2217174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2" name="Oval 831">
                  <a:extLst>
                    <a:ext uri="{FF2B5EF4-FFF2-40B4-BE49-F238E27FC236}">
                      <a16:creationId xmlns:a16="http://schemas.microsoft.com/office/drawing/2014/main" id="{4657A815-2FE4-2E27-9289-B1BD7916796A}"/>
                    </a:ext>
                  </a:extLst>
                </p:cNvPr>
                <p:cNvSpPr/>
                <p:nvPr/>
              </p:nvSpPr>
              <p:spPr>
                <a:xfrm>
                  <a:off x="2260175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3" name="Oval 832">
                  <a:extLst>
                    <a:ext uri="{FF2B5EF4-FFF2-40B4-BE49-F238E27FC236}">
                      <a16:creationId xmlns:a16="http://schemas.microsoft.com/office/drawing/2014/main" id="{42CFEBFE-5412-BEDD-4A55-C9B73090C65F}"/>
                    </a:ext>
                  </a:extLst>
                </p:cNvPr>
                <p:cNvSpPr/>
                <p:nvPr/>
              </p:nvSpPr>
              <p:spPr>
                <a:xfrm>
                  <a:off x="20669095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471" name="Graphic 470" descr="Smart Phone with solid fill">
                <a:extLst>
                  <a:ext uri="{FF2B5EF4-FFF2-40B4-BE49-F238E27FC236}">
                    <a16:creationId xmlns:a16="http://schemas.microsoft.com/office/drawing/2014/main" id="{6F5A7581-FFD8-82EA-EC37-18ECC11C6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8270712" y="15180273"/>
                <a:ext cx="1045739" cy="1045739"/>
              </a:xfrm>
              <a:prstGeom prst="rect">
                <a:avLst/>
              </a:prstGeom>
            </p:spPr>
          </p:pic>
          <p:pic>
            <p:nvPicPr>
              <p:cNvPr id="472" name="Graphic 471" descr="Laptop with solid fill">
                <a:extLst>
                  <a:ext uri="{FF2B5EF4-FFF2-40B4-BE49-F238E27FC236}">
                    <a16:creationId xmlns:a16="http://schemas.microsoft.com/office/drawing/2014/main" id="{735CA17A-C963-E3E3-3C53-174AD4C29B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9801070" y="14865332"/>
                <a:ext cx="1675621" cy="1675621"/>
              </a:xfrm>
              <a:prstGeom prst="rect">
                <a:avLst/>
              </a:prstGeom>
            </p:spPr>
          </p:pic>
          <p:pic>
            <p:nvPicPr>
              <p:cNvPr id="473" name="Graphic 472" descr="Tablet with solid fill">
                <a:extLst>
                  <a:ext uri="{FF2B5EF4-FFF2-40B4-BE49-F238E27FC236}">
                    <a16:creationId xmlns:a16="http://schemas.microsoft.com/office/drawing/2014/main" id="{AE3EF504-6285-2A4D-8F93-74CEC53D4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23780947" y="14961752"/>
                <a:ext cx="1482780" cy="1482780"/>
              </a:xfrm>
              <a:prstGeom prst="rect">
                <a:avLst/>
              </a:prstGeom>
            </p:spPr>
          </p:pic>
          <p:pic>
            <p:nvPicPr>
              <p:cNvPr id="474" name="Graphic 473" descr="Smart Phone with solid fill">
                <a:extLst>
                  <a:ext uri="{FF2B5EF4-FFF2-40B4-BE49-F238E27FC236}">
                    <a16:creationId xmlns:a16="http://schemas.microsoft.com/office/drawing/2014/main" id="{028DAEC6-114C-3569-6C98-C6825A5F9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6500703" y="15170816"/>
                <a:ext cx="1240684" cy="1240684"/>
              </a:xfrm>
              <a:prstGeom prst="rect">
                <a:avLst/>
              </a:prstGeom>
            </p:spPr>
          </p:pic>
          <p:grpSp>
            <p:nvGrpSpPr>
              <p:cNvPr id="475" name="Group 474">
                <a:extLst>
                  <a:ext uri="{FF2B5EF4-FFF2-40B4-BE49-F238E27FC236}">
                    <a16:creationId xmlns:a16="http://schemas.microsoft.com/office/drawing/2014/main" id="{F4300D03-5AA0-4825-3C53-FCDEC48735D5}"/>
                  </a:ext>
                </a:extLst>
              </p:cNvPr>
              <p:cNvGrpSpPr/>
              <p:nvPr/>
            </p:nvGrpSpPr>
            <p:grpSpPr>
              <a:xfrm>
                <a:off x="17032204" y="9662328"/>
                <a:ext cx="2485546" cy="1979144"/>
                <a:chOff x="5813681" y="17480902"/>
                <a:chExt cx="2485546" cy="1979144"/>
              </a:xfrm>
            </p:grpSpPr>
            <p:sp>
              <p:nvSpPr>
                <p:cNvPr id="609" name="Arrow: Right 608">
                  <a:extLst>
                    <a:ext uri="{FF2B5EF4-FFF2-40B4-BE49-F238E27FC236}">
                      <a16:creationId xmlns:a16="http://schemas.microsoft.com/office/drawing/2014/main" id="{F4FBC509-AB52-C5D7-0C4D-5A05BCE9667B}"/>
                    </a:ext>
                  </a:extLst>
                </p:cNvPr>
                <p:cNvSpPr/>
                <p:nvPr/>
              </p:nvSpPr>
              <p:spPr>
                <a:xfrm rot="2969395">
                  <a:off x="6574513" y="18441627"/>
                  <a:ext cx="980707" cy="173275"/>
                </a:xfrm>
                <a:prstGeom prst="rightArrow">
                  <a:avLst/>
                </a:prstGeom>
                <a:solidFill>
                  <a:srgbClr val="00A0E1"/>
                </a:solidFill>
                <a:ln w="19050" cap="flat" cmpd="sng" algn="ctr">
                  <a:solidFill>
                    <a:srgbClr val="01689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88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0" name="Arrow: Right 609">
                  <a:extLst>
                    <a:ext uri="{FF2B5EF4-FFF2-40B4-BE49-F238E27FC236}">
                      <a16:creationId xmlns:a16="http://schemas.microsoft.com/office/drawing/2014/main" id="{FD079556-FAA3-F33F-CFFD-A43826692588}"/>
                    </a:ext>
                  </a:extLst>
                </p:cNvPr>
                <p:cNvSpPr/>
                <p:nvPr/>
              </p:nvSpPr>
              <p:spPr>
                <a:xfrm rot="8110543">
                  <a:off x="6488438" y="18440229"/>
                  <a:ext cx="1159816" cy="169683"/>
                </a:xfrm>
                <a:prstGeom prst="rightArrow">
                  <a:avLst/>
                </a:prstGeom>
                <a:solidFill>
                  <a:srgbClr val="00A0E1"/>
                </a:solidFill>
                <a:ln w="19050" cap="flat" cmpd="sng" algn="ctr">
                  <a:solidFill>
                    <a:srgbClr val="01689D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88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11" name="Group 610">
                  <a:extLst>
                    <a:ext uri="{FF2B5EF4-FFF2-40B4-BE49-F238E27FC236}">
                      <a16:creationId xmlns:a16="http://schemas.microsoft.com/office/drawing/2014/main" id="{A85FC79A-7AA4-989B-8AB8-22BC8BA502E1}"/>
                    </a:ext>
                  </a:extLst>
                </p:cNvPr>
                <p:cNvGrpSpPr/>
                <p:nvPr/>
              </p:nvGrpSpPr>
              <p:grpSpPr>
                <a:xfrm>
                  <a:off x="5847584" y="17480902"/>
                  <a:ext cx="880683" cy="807368"/>
                  <a:chOff x="20669095" y="10588667"/>
                  <a:chExt cx="2322390" cy="1976112"/>
                </a:xfrm>
              </p:grpSpPr>
              <p:sp>
                <p:nvSpPr>
                  <p:cNvPr id="744" name="Oval 743">
                    <a:extLst>
                      <a:ext uri="{FF2B5EF4-FFF2-40B4-BE49-F238E27FC236}">
                        <a16:creationId xmlns:a16="http://schemas.microsoft.com/office/drawing/2014/main" id="{C496550C-5B42-B6EA-C9C8-C3DEE3F5475F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5" name="Oval 744">
                    <a:extLst>
                      <a:ext uri="{FF2B5EF4-FFF2-40B4-BE49-F238E27FC236}">
                        <a16:creationId xmlns:a16="http://schemas.microsoft.com/office/drawing/2014/main" id="{4F19CA4F-EADD-798C-7363-1F6CE914AAB8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6" name="Oval 745">
                    <a:extLst>
                      <a:ext uri="{FF2B5EF4-FFF2-40B4-BE49-F238E27FC236}">
                        <a16:creationId xmlns:a16="http://schemas.microsoft.com/office/drawing/2014/main" id="{ACC22AFF-4B48-A53E-F1AF-4D2A1CD82BD8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7" name="Oval 746">
                    <a:extLst>
                      <a:ext uri="{FF2B5EF4-FFF2-40B4-BE49-F238E27FC236}">
                        <a16:creationId xmlns:a16="http://schemas.microsoft.com/office/drawing/2014/main" id="{4CA46C4C-066D-793D-E0CB-0B54E5047EC9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8" name="Oval 747">
                    <a:extLst>
                      <a:ext uri="{FF2B5EF4-FFF2-40B4-BE49-F238E27FC236}">
                        <a16:creationId xmlns:a16="http://schemas.microsoft.com/office/drawing/2014/main" id="{B9A6A7CE-0FBB-9C24-4928-43A0DCAAE3C4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9" name="Oval 748">
                    <a:extLst>
                      <a:ext uri="{FF2B5EF4-FFF2-40B4-BE49-F238E27FC236}">
                        <a16:creationId xmlns:a16="http://schemas.microsoft.com/office/drawing/2014/main" id="{7FE5CA1F-755F-21E9-1C25-44101F4D3ECC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50" name="Straight Connector 749">
                    <a:extLst>
                      <a:ext uri="{FF2B5EF4-FFF2-40B4-BE49-F238E27FC236}">
                        <a16:creationId xmlns:a16="http://schemas.microsoft.com/office/drawing/2014/main" id="{BD232E55-30E7-44F9-293D-9423DF56A5F9}"/>
                      </a:ext>
                    </a:extLst>
                  </p:cNvPr>
                  <p:cNvCxnSpPr>
                    <a:cxnSpLocks/>
                    <a:stCxn id="744" idx="4"/>
                    <a:endCxn id="785" idx="0"/>
                  </p:cNvCxnSpPr>
                  <p:nvPr/>
                </p:nvCxnSpPr>
                <p:spPr>
                  <a:xfrm flipH="1">
                    <a:off x="20849095" y="10948667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1" name="Straight Connector 750">
                    <a:extLst>
                      <a:ext uri="{FF2B5EF4-FFF2-40B4-BE49-F238E27FC236}">
                        <a16:creationId xmlns:a16="http://schemas.microsoft.com/office/drawing/2014/main" id="{4FEA13D5-E2C3-3758-BBBA-3477AE23FC23}"/>
                      </a:ext>
                    </a:extLst>
                  </p:cNvPr>
                  <p:cNvCxnSpPr>
                    <a:cxnSpLocks/>
                    <a:stCxn id="745" idx="4"/>
                    <a:endCxn id="781" idx="0"/>
                  </p:cNvCxnSpPr>
                  <p:nvPr/>
                </p:nvCxnSpPr>
                <p:spPr>
                  <a:xfrm flipH="1"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2" name="Straight Connector 751">
                    <a:extLst>
                      <a:ext uri="{FF2B5EF4-FFF2-40B4-BE49-F238E27FC236}">
                        <a16:creationId xmlns:a16="http://schemas.microsoft.com/office/drawing/2014/main" id="{302F41B1-5E7E-E21E-58CE-728A4CB83F8E}"/>
                      </a:ext>
                    </a:extLst>
                  </p:cNvPr>
                  <p:cNvCxnSpPr>
                    <a:cxnSpLocks/>
                    <a:stCxn id="745" idx="4"/>
                    <a:endCxn id="782" idx="0"/>
                  </p:cNvCxnSpPr>
                  <p:nvPr/>
                </p:nvCxnSpPr>
                <p:spPr>
                  <a:xfrm>
                    <a:off x="21835886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3" name="Straight Connector 752">
                    <a:extLst>
                      <a:ext uri="{FF2B5EF4-FFF2-40B4-BE49-F238E27FC236}">
                        <a16:creationId xmlns:a16="http://schemas.microsoft.com/office/drawing/2014/main" id="{865C65DD-FA14-12A8-A2B8-5D0CDFB06DBB}"/>
                      </a:ext>
                    </a:extLst>
                  </p:cNvPr>
                  <p:cNvCxnSpPr>
                    <a:cxnSpLocks/>
                    <a:stCxn id="745" idx="4"/>
                    <a:endCxn id="783" idx="1"/>
                  </p:cNvCxnSpPr>
                  <p:nvPr/>
                </p:nvCxnSpPr>
                <p:spPr>
                  <a:xfrm>
                    <a:off x="21835886" y="10948667"/>
                    <a:ext cx="38857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4" name="Straight Connector 753">
                    <a:extLst>
                      <a:ext uri="{FF2B5EF4-FFF2-40B4-BE49-F238E27FC236}">
                        <a16:creationId xmlns:a16="http://schemas.microsoft.com/office/drawing/2014/main" id="{FA95033F-DAD6-E8C2-73BF-8647DDE75A00}"/>
                      </a:ext>
                    </a:extLst>
                  </p:cNvPr>
                  <p:cNvCxnSpPr>
                    <a:cxnSpLocks/>
                    <a:stCxn id="745" idx="4"/>
                    <a:endCxn id="785" idx="0"/>
                  </p:cNvCxnSpPr>
                  <p:nvPr/>
                </p:nvCxnSpPr>
                <p:spPr>
                  <a:xfrm flipH="1">
                    <a:off x="20849095" y="10948667"/>
                    <a:ext cx="986791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5" name="Straight Connector 754">
                    <a:extLst>
                      <a:ext uri="{FF2B5EF4-FFF2-40B4-BE49-F238E27FC236}">
                        <a16:creationId xmlns:a16="http://schemas.microsoft.com/office/drawing/2014/main" id="{53C21D46-0948-5582-74CD-0F8DD887C141}"/>
                      </a:ext>
                    </a:extLst>
                  </p:cNvPr>
                  <p:cNvCxnSpPr>
                    <a:cxnSpLocks/>
                    <a:stCxn id="744" idx="4"/>
                    <a:endCxn id="784" idx="1"/>
                  </p:cNvCxnSpPr>
                  <p:nvPr/>
                </p:nvCxnSpPr>
                <p:spPr>
                  <a:xfrm>
                    <a:off x="21332692" y="10948667"/>
                    <a:ext cx="13217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6" name="Straight Connector 755">
                    <a:extLst>
                      <a:ext uri="{FF2B5EF4-FFF2-40B4-BE49-F238E27FC236}">
                        <a16:creationId xmlns:a16="http://schemas.microsoft.com/office/drawing/2014/main" id="{592A4E59-8406-8087-16DD-207A78CEC3FF}"/>
                      </a:ext>
                    </a:extLst>
                  </p:cNvPr>
                  <p:cNvCxnSpPr>
                    <a:cxnSpLocks/>
                    <a:stCxn id="744" idx="4"/>
                    <a:endCxn id="782" idx="0"/>
                  </p:cNvCxnSpPr>
                  <p:nvPr/>
                </p:nvCxnSpPr>
                <p:spPr>
                  <a:xfrm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7" name="Straight Connector 756">
                    <a:extLst>
                      <a:ext uri="{FF2B5EF4-FFF2-40B4-BE49-F238E27FC236}">
                        <a16:creationId xmlns:a16="http://schemas.microsoft.com/office/drawing/2014/main" id="{573A4CF4-C0CF-1270-AAE0-5572BFDD28E8}"/>
                      </a:ext>
                    </a:extLst>
                  </p:cNvPr>
                  <p:cNvCxnSpPr>
                    <a:cxnSpLocks/>
                    <a:stCxn id="744" idx="4"/>
                    <a:endCxn id="783" idx="1"/>
                  </p:cNvCxnSpPr>
                  <p:nvPr/>
                </p:nvCxnSpPr>
                <p:spPr>
                  <a:xfrm>
                    <a:off x="21332692" y="10948667"/>
                    <a:ext cx="89176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8" name="Straight Connector 757">
                    <a:extLst>
                      <a:ext uri="{FF2B5EF4-FFF2-40B4-BE49-F238E27FC236}">
                        <a16:creationId xmlns:a16="http://schemas.microsoft.com/office/drawing/2014/main" id="{CF47C5B6-7A8D-E077-46E5-20C32AAB7CCC}"/>
                      </a:ext>
                    </a:extLst>
                  </p:cNvPr>
                  <p:cNvCxnSpPr>
                    <a:cxnSpLocks/>
                    <a:stCxn id="744" idx="4"/>
                    <a:endCxn id="781" idx="0"/>
                  </p:cNvCxnSpPr>
                  <p:nvPr/>
                </p:nvCxnSpPr>
                <p:spPr>
                  <a:xfrm>
                    <a:off x="21332692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9" name="Straight Connector 758">
                    <a:extLst>
                      <a:ext uri="{FF2B5EF4-FFF2-40B4-BE49-F238E27FC236}">
                        <a16:creationId xmlns:a16="http://schemas.microsoft.com/office/drawing/2014/main" id="{7E9A1495-EAF2-17EF-14E1-6E8E4536F85E}"/>
                      </a:ext>
                    </a:extLst>
                  </p:cNvPr>
                  <p:cNvCxnSpPr>
                    <a:cxnSpLocks/>
                    <a:stCxn id="745" idx="4"/>
                    <a:endCxn id="784" idx="1"/>
                  </p:cNvCxnSpPr>
                  <p:nvPr/>
                </p:nvCxnSpPr>
                <p:spPr>
                  <a:xfrm>
                    <a:off x="21835886" y="10948667"/>
                    <a:ext cx="81858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0" name="Straight Connector 759">
                    <a:extLst>
                      <a:ext uri="{FF2B5EF4-FFF2-40B4-BE49-F238E27FC236}">
                        <a16:creationId xmlns:a16="http://schemas.microsoft.com/office/drawing/2014/main" id="{97E19AA7-A940-FF42-7B0E-3D2E51980A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855482" y="10943294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1" name="Straight Connector 760">
                    <a:extLst>
                      <a:ext uri="{FF2B5EF4-FFF2-40B4-BE49-F238E27FC236}">
                        <a16:creationId xmlns:a16="http://schemas.microsoft.com/office/drawing/2014/main" id="{214D11B1-3B89-28F7-85FD-6189C07FD19B}"/>
                      </a:ext>
                    </a:extLst>
                  </p:cNvPr>
                  <p:cNvCxnSpPr>
                    <a:cxnSpLocks/>
                    <a:stCxn id="746" idx="4"/>
                    <a:endCxn id="783" idx="1"/>
                  </p:cNvCxnSpPr>
                  <p:nvPr/>
                </p:nvCxnSpPr>
                <p:spPr>
                  <a:xfrm flipH="1">
                    <a:off x="22224461" y="10948667"/>
                    <a:ext cx="1272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2" name="Straight Connector 761">
                    <a:extLst>
                      <a:ext uri="{FF2B5EF4-FFF2-40B4-BE49-F238E27FC236}">
                        <a16:creationId xmlns:a16="http://schemas.microsoft.com/office/drawing/2014/main" id="{13C7CF21-7E62-C189-2691-D5A763C79131}"/>
                      </a:ext>
                    </a:extLst>
                  </p:cNvPr>
                  <p:cNvCxnSpPr>
                    <a:cxnSpLocks/>
                    <a:endCxn id="781" idx="0"/>
                  </p:cNvCxnSpPr>
                  <p:nvPr/>
                </p:nvCxnSpPr>
                <p:spPr>
                  <a:xfrm flipH="1">
                    <a:off x="21332692" y="10943294"/>
                    <a:ext cx="1006387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3" name="Straight Connector 762">
                    <a:extLst>
                      <a:ext uri="{FF2B5EF4-FFF2-40B4-BE49-F238E27FC236}">
                        <a16:creationId xmlns:a16="http://schemas.microsoft.com/office/drawing/2014/main" id="{99F44614-B351-6866-832E-A96CF0E5E666}"/>
                      </a:ext>
                    </a:extLst>
                  </p:cNvPr>
                  <p:cNvCxnSpPr>
                    <a:cxnSpLocks/>
                    <a:endCxn id="782" idx="0"/>
                  </p:cNvCxnSpPr>
                  <p:nvPr/>
                </p:nvCxnSpPr>
                <p:spPr>
                  <a:xfrm flipH="1">
                    <a:off x="21835886" y="10943294"/>
                    <a:ext cx="503193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4" name="Straight Connector 763">
                    <a:extLst>
                      <a:ext uri="{FF2B5EF4-FFF2-40B4-BE49-F238E27FC236}">
                        <a16:creationId xmlns:a16="http://schemas.microsoft.com/office/drawing/2014/main" id="{A84321AD-9491-2892-BC8A-6925B0F29708}"/>
                      </a:ext>
                    </a:extLst>
                  </p:cNvPr>
                  <p:cNvCxnSpPr>
                    <a:cxnSpLocks/>
                    <a:endCxn id="785" idx="0"/>
                  </p:cNvCxnSpPr>
                  <p:nvPr/>
                </p:nvCxnSpPr>
                <p:spPr>
                  <a:xfrm flipH="1">
                    <a:off x="20849095" y="10943294"/>
                    <a:ext cx="1489984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5" name="Straight Connector 764">
                    <a:extLst>
                      <a:ext uri="{FF2B5EF4-FFF2-40B4-BE49-F238E27FC236}">
                        <a16:creationId xmlns:a16="http://schemas.microsoft.com/office/drawing/2014/main" id="{F8E30984-6281-7011-DF6F-4C7A65764105}"/>
                      </a:ext>
                    </a:extLst>
                  </p:cNvPr>
                  <p:cNvCxnSpPr>
                    <a:cxnSpLocks/>
                    <a:stCxn id="746" idx="4"/>
                    <a:endCxn id="784" idx="1"/>
                  </p:cNvCxnSpPr>
                  <p:nvPr/>
                </p:nvCxnSpPr>
                <p:spPr>
                  <a:xfrm>
                    <a:off x="22351740" y="10948667"/>
                    <a:ext cx="302731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6" name="Straight Connector 765">
                    <a:extLst>
                      <a:ext uri="{FF2B5EF4-FFF2-40B4-BE49-F238E27FC236}">
                        <a16:creationId xmlns:a16="http://schemas.microsoft.com/office/drawing/2014/main" id="{9423D5D0-E2B8-671E-4E9A-6D592E4D0C97}"/>
                      </a:ext>
                    </a:extLst>
                  </p:cNvPr>
                  <p:cNvCxnSpPr>
                    <a:cxnSpLocks/>
                    <a:stCxn id="781" idx="4"/>
                    <a:endCxn id="747" idx="0"/>
                  </p:cNvCxnSpPr>
                  <p:nvPr/>
                </p:nvCxnSpPr>
                <p:spPr>
                  <a:xfrm>
                    <a:off x="21332692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7" name="Straight Connector 766">
                    <a:extLst>
                      <a:ext uri="{FF2B5EF4-FFF2-40B4-BE49-F238E27FC236}">
                        <a16:creationId xmlns:a16="http://schemas.microsoft.com/office/drawing/2014/main" id="{F8D3C503-512F-B090-48CA-3924F390BE7C}"/>
                      </a:ext>
                    </a:extLst>
                  </p:cNvPr>
                  <p:cNvCxnSpPr>
                    <a:cxnSpLocks/>
                    <a:stCxn id="782" idx="4"/>
                    <a:endCxn id="747" idx="0"/>
                  </p:cNvCxnSpPr>
                  <p:nvPr/>
                </p:nvCxnSpPr>
                <p:spPr>
                  <a:xfrm flipH="1"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8" name="Straight Connector 767">
                    <a:extLst>
                      <a:ext uri="{FF2B5EF4-FFF2-40B4-BE49-F238E27FC236}">
                        <a16:creationId xmlns:a16="http://schemas.microsoft.com/office/drawing/2014/main" id="{F93525D8-CB82-044D-5F46-E97D01CF64EE}"/>
                      </a:ext>
                    </a:extLst>
                  </p:cNvPr>
                  <p:cNvCxnSpPr>
                    <a:cxnSpLocks/>
                    <a:stCxn id="785" idx="4"/>
                    <a:endCxn id="747" idx="0"/>
                  </p:cNvCxnSpPr>
                  <p:nvPr/>
                </p:nvCxnSpPr>
                <p:spPr>
                  <a:xfrm>
                    <a:off x="20849095" y="11754041"/>
                    <a:ext cx="483597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9" name="Straight Connector 768">
                    <a:extLst>
                      <a:ext uri="{FF2B5EF4-FFF2-40B4-BE49-F238E27FC236}">
                        <a16:creationId xmlns:a16="http://schemas.microsoft.com/office/drawing/2014/main" id="{203CCDE2-694D-E7D1-5006-B3FCA6E92CE3}"/>
                      </a:ext>
                    </a:extLst>
                  </p:cNvPr>
                  <p:cNvCxnSpPr>
                    <a:cxnSpLocks/>
                    <a:stCxn id="783" idx="4"/>
                    <a:endCxn id="747" idx="0"/>
                  </p:cNvCxnSpPr>
                  <p:nvPr/>
                </p:nvCxnSpPr>
                <p:spPr>
                  <a:xfrm flipH="1"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0" name="Straight Connector 769">
                    <a:extLst>
                      <a:ext uri="{FF2B5EF4-FFF2-40B4-BE49-F238E27FC236}">
                        <a16:creationId xmlns:a16="http://schemas.microsoft.com/office/drawing/2014/main" id="{402CFDA9-6716-51F5-6EE8-22BB1F2409AC}"/>
                      </a:ext>
                    </a:extLst>
                  </p:cNvPr>
                  <p:cNvCxnSpPr>
                    <a:cxnSpLocks/>
                    <a:stCxn id="784" idx="4"/>
                    <a:endCxn id="747" idx="0"/>
                  </p:cNvCxnSpPr>
                  <p:nvPr/>
                </p:nvCxnSpPr>
                <p:spPr>
                  <a:xfrm flipH="1">
                    <a:off x="21332692" y="11754041"/>
                    <a:ext cx="144905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1" name="Straight Connector 770">
                    <a:extLst>
                      <a:ext uri="{FF2B5EF4-FFF2-40B4-BE49-F238E27FC236}">
                        <a16:creationId xmlns:a16="http://schemas.microsoft.com/office/drawing/2014/main" id="{7181B549-6325-8232-EE99-8E4DF0E4259E}"/>
                      </a:ext>
                    </a:extLst>
                  </p:cNvPr>
                  <p:cNvCxnSpPr>
                    <a:cxnSpLocks/>
                    <a:stCxn id="781" idx="4"/>
                    <a:endCxn id="748" idx="0"/>
                  </p:cNvCxnSpPr>
                  <p:nvPr/>
                </p:nvCxnSpPr>
                <p:spPr>
                  <a:xfrm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2" name="Straight Connector 771">
                    <a:extLst>
                      <a:ext uri="{FF2B5EF4-FFF2-40B4-BE49-F238E27FC236}">
                        <a16:creationId xmlns:a16="http://schemas.microsoft.com/office/drawing/2014/main" id="{05A6D97B-499E-C42F-9B90-87E5FEF22CC4}"/>
                      </a:ext>
                    </a:extLst>
                  </p:cNvPr>
                  <p:cNvCxnSpPr>
                    <a:cxnSpLocks/>
                    <a:stCxn id="782" idx="4"/>
                    <a:endCxn id="748" idx="0"/>
                  </p:cNvCxnSpPr>
                  <p:nvPr/>
                </p:nvCxnSpPr>
                <p:spPr>
                  <a:xfrm>
                    <a:off x="21835886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3" name="Straight Connector 772">
                    <a:extLst>
                      <a:ext uri="{FF2B5EF4-FFF2-40B4-BE49-F238E27FC236}">
                        <a16:creationId xmlns:a16="http://schemas.microsoft.com/office/drawing/2014/main" id="{1F403E96-E23D-F39B-CCBE-33CD7315264F}"/>
                      </a:ext>
                    </a:extLst>
                  </p:cNvPr>
                  <p:cNvCxnSpPr>
                    <a:cxnSpLocks/>
                    <a:stCxn id="785" idx="4"/>
                    <a:endCxn id="748" idx="0"/>
                  </p:cNvCxnSpPr>
                  <p:nvPr/>
                </p:nvCxnSpPr>
                <p:spPr>
                  <a:xfrm>
                    <a:off x="20849095" y="11754041"/>
                    <a:ext cx="986791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4" name="Straight Connector 773">
                    <a:extLst>
                      <a:ext uri="{FF2B5EF4-FFF2-40B4-BE49-F238E27FC236}">
                        <a16:creationId xmlns:a16="http://schemas.microsoft.com/office/drawing/2014/main" id="{4F283CCC-90DF-F99B-FD9C-A1E6A3E52D75}"/>
                      </a:ext>
                    </a:extLst>
                  </p:cNvPr>
                  <p:cNvCxnSpPr>
                    <a:cxnSpLocks/>
                    <a:stCxn id="783" idx="4"/>
                    <a:endCxn id="748" idx="0"/>
                  </p:cNvCxnSpPr>
                  <p:nvPr/>
                </p:nvCxnSpPr>
                <p:spPr>
                  <a:xfrm flipH="1"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5" name="Straight Connector 774">
                    <a:extLst>
                      <a:ext uri="{FF2B5EF4-FFF2-40B4-BE49-F238E27FC236}">
                        <a16:creationId xmlns:a16="http://schemas.microsoft.com/office/drawing/2014/main" id="{E741D662-B216-1ACD-83C7-252B4D7F3039}"/>
                      </a:ext>
                    </a:extLst>
                  </p:cNvPr>
                  <p:cNvCxnSpPr>
                    <a:cxnSpLocks/>
                    <a:stCxn id="784" idx="4"/>
                    <a:endCxn id="748" idx="0"/>
                  </p:cNvCxnSpPr>
                  <p:nvPr/>
                </p:nvCxnSpPr>
                <p:spPr>
                  <a:xfrm flipH="1">
                    <a:off x="21835886" y="11754041"/>
                    <a:ext cx="94586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6" name="Straight Connector 775">
                    <a:extLst>
                      <a:ext uri="{FF2B5EF4-FFF2-40B4-BE49-F238E27FC236}">
                        <a16:creationId xmlns:a16="http://schemas.microsoft.com/office/drawing/2014/main" id="{D2133F3D-BC90-CEE6-7D10-021330737725}"/>
                      </a:ext>
                    </a:extLst>
                  </p:cNvPr>
                  <p:cNvCxnSpPr>
                    <a:cxnSpLocks/>
                    <a:stCxn id="783" idx="4"/>
                    <a:endCxn id="749" idx="0"/>
                  </p:cNvCxnSpPr>
                  <p:nvPr/>
                </p:nvCxnSpPr>
                <p:spPr>
                  <a:xfrm>
                    <a:off x="22351740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7" name="Straight Connector 776">
                    <a:extLst>
                      <a:ext uri="{FF2B5EF4-FFF2-40B4-BE49-F238E27FC236}">
                        <a16:creationId xmlns:a16="http://schemas.microsoft.com/office/drawing/2014/main" id="{E769E64A-E76A-E4BF-503D-B90FD1D7946B}"/>
                      </a:ext>
                    </a:extLst>
                  </p:cNvPr>
                  <p:cNvCxnSpPr>
                    <a:cxnSpLocks/>
                    <a:stCxn id="784" idx="4"/>
                    <a:endCxn id="749" idx="0"/>
                  </p:cNvCxnSpPr>
                  <p:nvPr/>
                </p:nvCxnSpPr>
                <p:spPr>
                  <a:xfrm flipH="1">
                    <a:off x="22351740" y="11754041"/>
                    <a:ext cx="43001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8" name="Straight Connector 777">
                    <a:extLst>
                      <a:ext uri="{FF2B5EF4-FFF2-40B4-BE49-F238E27FC236}">
                        <a16:creationId xmlns:a16="http://schemas.microsoft.com/office/drawing/2014/main" id="{E7AEAA70-E3F0-B324-2E00-937FEA347646}"/>
                      </a:ext>
                    </a:extLst>
                  </p:cNvPr>
                  <p:cNvCxnSpPr>
                    <a:cxnSpLocks/>
                    <a:stCxn id="782" idx="4"/>
                    <a:endCxn id="749" idx="0"/>
                  </p:cNvCxnSpPr>
                  <p:nvPr/>
                </p:nvCxnSpPr>
                <p:spPr>
                  <a:xfrm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9" name="Straight Connector 778">
                    <a:extLst>
                      <a:ext uri="{FF2B5EF4-FFF2-40B4-BE49-F238E27FC236}">
                        <a16:creationId xmlns:a16="http://schemas.microsoft.com/office/drawing/2014/main" id="{421F196E-8B92-5FC2-9033-FC533B29B9D3}"/>
                      </a:ext>
                    </a:extLst>
                  </p:cNvPr>
                  <p:cNvCxnSpPr>
                    <a:cxnSpLocks/>
                    <a:stCxn id="785" idx="4"/>
                    <a:endCxn id="749" idx="0"/>
                  </p:cNvCxnSpPr>
                  <p:nvPr/>
                </p:nvCxnSpPr>
                <p:spPr>
                  <a:xfrm>
                    <a:off x="20849095" y="11754041"/>
                    <a:ext cx="1502645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0" name="Straight Connector 779">
                    <a:extLst>
                      <a:ext uri="{FF2B5EF4-FFF2-40B4-BE49-F238E27FC236}">
                        <a16:creationId xmlns:a16="http://schemas.microsoft.com/office/drawing/2014/main" id="{878B2320-A7A0-5795-4E98-48DB4117D788}"/>
                      </a:ext>
                    </a:extLst>
                  </p:cNvPr>
                  <p:cNvCxnSpPr>
                    <a:cxnSpLocks/>
                    <a:stCxn id="781" idx="4"/>
                    <a:endCxn id="749" idx="0"/>
                  </p:cNvCxnSpPr>
                  <p:nvPr/>
                </p:nvCxnSpPr>
                <p:spPr>
                  <a:xfrm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sp>
                <p:nvSpPr>
                  <p:cNvPr id="781" name="Oval 780">
                    <a:extLst>
                      <a:ext uri="{FF2B5EF4-FFF2-40B4-BE49-F238E27FC236}">
                        <a16:creationId xmlns:a16="http://schemas.microsoft.com/office/drawing/2014/main" id="{FBF90E56-8429-6EDF-A591-27EF3DB1174D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2" name="Oval 781">
                    <a:extLst>
                      <a:ext uri="{FF2B5EF4-FFF2-40B4-BE49-F238E27FC236}">
                        <a16:creationId xmlns:a16="http://schemas.microsoft.com/office/drawing/2014/main" id="{34B70419-1AB6-FDB4-FDFB-BE92180178DE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1394042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3" name="Oval 782">
                    <a:extLst>
                      <a:ext uri="{FF2B5EF4-FFF2-40B4-BE49-F238E27FC236}">
                        <a16:creationId xmlns:a16="http://schemas.microsoft.com/office/drawing/2014/main" id="{AB516159-12F4-1465-C69C-E5AE4D1CEEEE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4" name="Oval 783">
                    <a:extLst>
                      <a:ext uri="{FF2B5EF4-FFF2-40B4-BE49-F238E27FC236}">
                        <a16:creationId xmlns:a16="http://schemas.microsoft.com/office/drawing/2014/main" id="{2D2C9893-8999-A3DE-0327-12FA248F99F9}"/>
                      </a:ext>
                    </a:extLst>
                  </p:cNvPr>
                  <p:cNvSpPr/>
                  <p:nvPr/>
                </p:nvSpPr>
                <p:spPr>
                  <a:xfrm>
                    <a:off x="2260175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5" name="Oval 784">
                    <a:extLst>
                      <a:ext uri="{FF2B5EF4-FFF2-40B4-BE49-F238E27FC236}">
                        <a16:creationId xmlns:a16="http://schemas.microsoft.com/office/drawing/2014/main" id="{16F2C56A-5F89-593A-BEA4-A66B0EB86916}"/>
                      </a:ext>
                    </a:extLst>
                  </p:cNvPr>
                  <p:cNvSpPr/>
                  <p:nvPr/>
                </p:nvSpPr>
                <p:spPr>
                  <a:xfrm>
                    <a:off x="20669095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6" name="Oval 785">
                    <a:extLst>
                      <a:ext uri="{FF2B5EF4-FFF2-40B4-BE49-F238E27FC236}">
                        <a16:creationId xmlns:a16="http://schemas.microsoft.com/office/drawing/2014/main" id="{824F89F9-CD39-375B-8598-E50FFE1370F0}"/>
                      </a:ext>
                    </a:extLst>
                  </p:cNvPr>
                  <p:cNvSpPr/>
                  <p:nvPr/>
                </p:nvSpPr>
                <p:spPr>
                  <a:xfrm>
                    <a:off x="21182428" y="12204777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7" name="Oval 786">
                    <a:extLst>
                      <a:ext uri="{FF2B5EF4-FFF2-40B4-BE49-F238E27FC236}">
                        <a16:creationId xmlns:a16="http://schemas.microsoft.com/office/drawing/2014/main" id="{96F3F2E8-E383-56B1-443A-E21C822EC43E}"/>
                      </a:ext>
                    </a:extLst>
                  </p:cNvPr>
                  <p:cNvSpPr/>
                  <p:nvPr/>
                </p:nvSpPr>
                <p:spPr>
                  <a:xfrm>
                    <a:off x="21685621" y="12204777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8" name="Oval 787">
                    <a:extLst>
                      <a:ext uri="{FF2B5EF4-FFF2-40B4-BE49-F238E27FC236}">
                        <a16:creationId xmlns:a16="http://schemas.microsoft.com/office/drawing/2014/main" id="{3DB7533A-6AC8-629C-CF3A-CB9239542222}"/>
                      </a:ext>
                    </a:extLst>
                  </p:cNvPr>
                  <p:cNvSpPr/>
                  <p:nvPr/>
                </p:nvSpPr>
                <p:spPr>
                  <a:xfrm>
                    <a:off x="22201475" y="12204777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9" name="Oval 788">
                    <a:extLst>
                      <a:ext uri="{FF2B5EF4-FFF2-40B4-BE49-F238E27FC236}">
                        <a16:creationId xmlns:a16="http://schemas.microsoft.com/office/drawing/2014/main" id="{4ABA3B04-DFBC-5C23-FEED-F5012D9A037D}"/>
                      </a:ext>
                    </a:extLst>
                  </p:cNvPr>
                  <p:cNvSpPr/>
                  <p:nvPr/>
                </p:nvSpPr>
                <p:spPr>
                  <a:xfrm>
                    <a:off x="21685621" y="11394039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0" name="Oval 789">
                    <a:extLst>
                      <a:ext uri="{FF2B5EF4-FFF2-40B4-BE49-F238E27FC236}">
                        <a16:creationId xmlns:a16="http://schemas.microsoft.com/office/drawing/2014/main" id="{BE47B72E-6E62-26BF-4DD9-C1AEA3974302}"/>
                      </a:ext>
                    </a:extLst>
                  </p:cNvPr>
                  <p:cNvSpPr/>
                  <p:nvPr/>
                </p:nvSpPr>
                <p:spPr>
                  <a:xfrm>
                    <a:off x="22201475" y="11394039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1" name="Oval 790">
                    <a:extLst>
                      <a:ext uri="{FF2B5EF4-FFF2-40B4-BE49-F238E27FC236}">
                        <a16:creationId xmlns:a16="http://schemas.microsoft.com/office/drawing/2014/main" id="{6CE7A27B-BB8E-5130-7405-7DA1301B7C58}"/>
                      </a:ext>
                    </a:extLst>
                  </p:cNvPr>
                  <p:cNvSpPr/>
                  <p:nvPr/>
                </p:nvSpPr>
                <p:spPr>
                  <a:xfrm>
                    <a:off x="22631485" y="11394039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12" name="Group 611">
                  <a:extLst>
                    <a:ext uri="{FF2B5EF4-FFF2-40B4-BE49-F238E27FC236}">
                      <a16:creationId xmlns:a16="http://schemas.microsoft.com/office/drawing/2014/main" id="{DB31E742-7035-9455-BEB7-CB1DF29E3550}"/>
                    </a:ext>
                  </a:extLst>
                </p:cNvPr>
                <p:cNvGrpSpPr/>
                <p:nvPr/>
              </p:nvGrpSpPr>
              <p:grpSpPr>
                <a:xfrm>
                  <a:off x="5813681" y="18652678"/>
                  <a:ext cx="869407" cy="807368"/>
                  <a:chOff x="20669095" y="10588667"/>
                  <a:chExt cx="2292655" cy="1976112"/>
                </a:xfrm>
              </p:grpSpPr>
              <p:sp>
                <p:nvSpPr>
                  <p:cNvPr id="702" name="Oval 701">
                    <a:extLst>
                      <a:ext uri="{FF2B5EF4-FFF2-40B4-BE49-F238E27FC236}">
                        <a16:creationId xmlns:a16="http://schemas.microsoft.com/office/drawing/2014/main" id="{6F775D80-5D01-842F-4DB3-C3218C31639A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3" name="Oval 702">
                    <a:extLst>
                      <a:ext uri="{FF2B5EF4-FFF2-40B4-BE49-F238E27FC236}">
                        <a16:creationId xmlns:a16="http://schemas.microsoft.com/office/drawing/2014/main" id="{78B67E85-D1CA-249A-062D-2B0F8C86DDB6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4" name="Oval 703">
                    <a:extLst>
                      <a:ext uri="{FF2B5EF4-FFF2-40B4-BE49-F238E27FC236}">
                        <a16:creationId xmlns:a16="http://schemas.microsoft.com/office/drawing/2014/main" id="{7BC85168-9454-D3FB-93F0-8B2BE4E98C2A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5" name="Oval 704">
                    <a:extLst>
                      <a:ext uri="{FF2B5EF4-FFF2-40B4-BE49-F238E27FC236}">
                        <a16:creationId xmlns:a16="http://schemas.microsoft.com/office/drawing/2014/main" id="{D696A335-C1AD-1061-21D3-D4232AEC06B7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6" name="Oval 705">
                    <a:extLst>
                      <a:ext uri="{FF2B5EF4-FFF2-40B4-BE49-F238E27FC236}">
                        <a16:creationId xmlns:a16="http://schemas.microsoft.com/office/drawing/2014/main" id="{5A2FD27A-58E1-F791-07C0-CF8586B1A377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7" name="Oval 706">
                    <a:extLst>
                      <a:ext uri="{FF2B5EF4-FFF2-40B4-BE49-F238E27FC236}">
                        <a16:creationId xmlns:a16="http://schemas.microsoft.com/office/drawing/2014/main" id="{48822315-30FC-5EB8-9571-BFDBD8998789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08" name="Straight Connector 707">
                    <a:extLst>
                      <a:ext uri="{FF2B5EF4-FFF2-40B4-BE49-F238E27FC236}">
                        <a16:creationId xmlns:a16="http://schemas.microsoft.com/office/drawing/2014/main" id="{A796364B-0E50-CA43-26BE-D9FCD6B32F32}"/>
                      </a:ext>
                    </a:extLst>
                  </p:cNvPr>
                  <p:cNvCxnSpPr>
                    <a:cxnSpLocks/>
                    <a:stCxn id="702" idx="4"/>
                    <a:endCxn id="743" idx="0"/>
                  </p:cNvCxnSpPr>
                  <p:nvPr/>
                </p:nvCxnSpPr>
                <p:spPr>
                  <a:xfrm flipH="1">
                    <a:off x="20849095" y="10948667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9" name="Straight Connector 708">
                    <a:extLst>
                      <a:ext uri="{FF2B5EF4-FFF2-40B4-BE49-F238E27FC236}">
                        <a16:creationId xmlns:a16="http://schemas.microsoft.com/office/drawing/2014/main" id="{709D2EF1-C84B-AD51-01A8-318973196B30}"/>
                      </a:ext>
                    </a:extLst>
                  </p:cNvPr>
                  <p:cNvCxnSpPr>
                    <a:cxnSpLocks/>
                    <a:stCxn id="703" idx="4"/>
                    <a:endCxn id="739" idx="0"/>
                  </p:cNvCxnSpPr>
                  <p:nvPr/>
                </p:nvCxnSpPr>
                <p:spPr>
                  <a:xfrm flipH="1"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0" name="Straight Connector 709">
                    <a:extLst>
                      <a:ext uri="{FF2B5EF4-FFF2-40B4-BE49-F238E27FC236}">
                        <a16:creationId xmlns:a16="http://schemas.microsoft.com/office/drawing/2014/main" id="{8EC502B5-2728-3BB7-5EB3-0B5556467835}"/>
                      </a:ext>
                    </a:extLst>
                  </p:cNvPr>
                  <p:cNvCxnSpPr>
                    <a:cxnSpLocks/>
                    <a:stCxn id="703" idx="4"/>
                    <a:endCxn id="740" idx="0"/>
                  </p:cNvCxnSpPr>
                  <p:nvPr/>
                </p:nvCxnSpPr>
                <p:spPr>
                  <a:xfrm>
                    <a:off x="21835886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1" name="Straight Connector 710">
                    <a:extLst>
                      <a:ext uri="{FF2B5EF4-FFF2-40B4-BE49-F238E27FC236}">
                        <a16:creationId xmlns:a16="http://schemas.microsoft.com/office/drawing/2014/main" id="{8B020DA8-B554-2500-5FF7-8C536B4F5175}"/>
                      </a:ext>
                    </a:extLst>
                  </p:cNvPr>
                  <p:cNvCxnSpPr>
                    <a:cxnSpLocks/>
                    <a:stCxn id="703" idx="4"/>
                    <a:endCxn id="741" idx="1"/>
                  </p:cNvCxnSpPr>
                  <p:nvPr/>
                </p:nvCxnSpPr>
                <p:spPr>
                  <a:xfrm>
                    <a:off x="21835886" y="10948667"/>
                    <a:ext cx="38857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2" name="Straight Connector 711">
                    <a:extLst>
                      <a:ext uri="{FF2B5EF4-FFF2-40B4-BE49-F238E27FC236}">
                        <a16:creationId xmlns:a16="http://schemas.microsoft.com/office/drawing/2014/main" id="{9C6EBA8E-4187-7075-C70C-DF3B9816B3E4}"/>
                      </a:ext>
                    </a:extLst>
                  </p:cNvPr>
                  <p:cNvCxnSpPr>
                    <a:cxnSpLocks/>
                    <a:stCxn id="703" idx="4"/>
                    <a:endCxn id="743" idx="0"/>
                  </p:cNvCxnSpPr>
                  <p:nvPr/>
                </p:nvCxnSpPr>
                <p:spPr>
                  <a:xfrm flipH="1">
                    <a:off x="20849095" y="10948667"/>
                    <a:ext cx="986791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3" name="Straight Connector 712">
                    <a:extLst>
                      <a:ext uri="{FF2B5EF4-FFF2-40B4-BE49-F238E27FC236}">
                        <a16:creationId xmlns:a16="http://schemas.microsoft.com/office/drawing/2014/main" id="{2335F336-40EE-2414-2896-AB82145C355C}"/>
                      </a:ext>
                    </a:extLst>
                  </p:cNvPr>
                  <p:cNvCxnSpPr>
                    <a:cxnSpLocks/>
                    <a:stCxn id="702" idx="4"/>
                    <a:endCxn id="742" idx="1"/>
                  </p:cNvCxnSpPr>
                  <p:nvPr/>
                </p:nvCxnSpPr>
                <p:spPr>
                  <a:xfrm>
                    <a:off x="21332692" y="10948667"/>
                    <a:ext cx="13217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4" name="Straight Connector 713">
                    <a:extLst>
                      <a:ext uri="{FF2B5EF4-FFF2-40B4-BE49-F238E27FC236}">
                        <a16:creationId xmlns:a16="http://schemas.microsoft.com/office/drawing/2014/main" id="{FA5FE942-E460-F0C2-B80E-72D0E008B292}"/>
                      </a:ext>
                    </a:extLst>
                  </p:cNvPr>
                  <p:cNvCxnSpPr>
                    <a:cxnSpLocks/>
                    <a:stCxn id="702" idx="4"/>
                    <a:endCxn id="740" idx="0"/>
                  </p:cNvCxnSpPr>
                  <p:nvPr/>
                </p:nvCxnSpPr>
                <p:spPr>
                  <a:xfrm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5" name="Straight Connector 714">
                    <a:extLst>
                      <a:ext uri="{FF2B5EF4-FFF2-40B4-BE49-F238E27FC236}">
                        <a16:creationId xmlns:a16="http://schemas.microsoft.com/office/drawing/2014/main" id="{9079824A-3432-B3E4-E82F-5F96D767819E}"/>
                      </a:ext>
                    </a:extLst>
                  </p:cNvPr>
                  <p:cNvCxnSpPr>
                    <a:cxnSpLocks/>
                    <a:stCxn id="702" idx="4"/>
                    <a:endCxn id="741" idx="1"/>
                  </p:cNvCxnSpPr>
                  <p:nvPr/>
                </p:nvCxnSpPr>
                <p:spPr>
                  <a:xfrm>
                    <a:off x="21332692" y="10948667"/>
                    <a:ext cx="89176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6" name="Straight Connector 715">
                    <a:extLst>
                      <a:ext uri="{FF2B5EF4-FFF2-40B4-BE49-F238E27FC236}">
                        <a16:creationId xmlns:a16="http://schemas.microsoft.com/office/drawing/2014/main" id="{AFE070AD-5B62-48FB-50AF-3EF44A4BC915}"/>
                      </a:ext>
                    </a:extLst>
                  </p:cNvPr>
                  <p:cNvCxnSpPr>
                    <a:cxnSpLocks/>
                    <a:stCxn id="702" idx="4"/>
                    <a:endCxn id="739" idx="0"/>
                  </p:cNvCxnSpPr>
                  <p:nvPr/>
                </p:nvCxnSpPr>
                <p:spPr>
                  <a:xfrm>
                    <a:off x="21332692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7" name="Straight Connector 716">
                    <a:extLst>
                      <a:ext uri="{FF2B5EF4-FFF2-40B4-BE49-F238E27FC236}">
                        <a16:creationId xmlns:a16="http://schemas.microsoft.com/office/drawing/2014/main" id="{D75BDF25-4728-22C8-C715-A4EC50577393}"/>
                      </a:ext>
                    </a:extLst>
                  </p:cNvPr>
                  <p:cNvCxnSpPr>
                    <a:cxnSpLocks/>
                    <a:stCxn id="703" idx="4"/>
                    <a:endCxn id="742" idx="1"/>
                  </p:cNvCxnSpPr>
                  <p:nvPr/>
                </p:nvCxnSpPr>
                <p:spPr>
                  <a:xfrm>
                    <a:off x="21835886" y="10948667"/>
                    <a:ext cx="81858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8" name="Straight Connector 717">
                    <a:extLst>
                      <a:ext uri="{FF2B5EF4-FFF2-40B4-BE49-F238E27FC236}">
                        <a16:creationId xmlns:a16="http://schemas.microsoft.com/office/drawing/2014/main" id="{83AEECB8-C8F1-9578-EDCE-331D809F5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855482" y="10943294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9" name="Straight Connector 718">
                    <a:extLst>
                      <a:ext uri="{FF2B5EF4-FFF2-40B4-BE49-F238E27FC236}">
                        <a16:creationId xmlns:a16="http://schemas.microsoft.com/office/drawing/2014/main" id="{72635512-2AB0-669F-903A-04EA44865D45}"/>
                      </a:ext>
                    </a:extLst>
                  </p:cNvPr>
                  <p:cNvCxnSpPr>
                    <a:cxnSpLocks/>
                    <a:stCxn id="704" idx="4"/>
                    <a:endCxn id="741" idx="1"/>
                  </p:cNvCxnSpPr>
                  <p:nvPr/>
                </p:nvCxnSpPr>
                <p:spPr>
                  <a:xfrm flipH="1">
                    <a:off x="22224461" y="10948667"/>
                    <a:ext cx="1272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0" name="Straight Connector 719">
                    <a:extLst>
                      <a:ext uri="{FF2B5EF4-FFF2-40B4-BE49-F238E27FC236}">
                        <a16:creationId xmlns:a16="http://schemas.microsoft.com/office/drawing/2014/main" id="{772AB25D-0EDC-0B2C-B940-CC6A237F6C85}"/>
                      </a:ext>
                    </a:extLst>
                  </p:cNvPr>
                  <p:cNvCxnSpPr>
                    <a:cxnSpLocks/>
                    <a:endCxn id="739" idx="0"/>
                  </p:cNvCxnSpPr>
                  <p:nvPr/>
                </p:nvCxnSpPr>
                <p:spPr>
                  <a:xfrm flipH="1">
                    <a:off x="21332692" y="10943294"/>
                    <a:ext cx="1006387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1" name="Straight Connector 720">
                    <a:extLst>
                      <a:ext uri="{FF2B5EF4-FFF2-40B4-BE49-F238E27FC236}">
                        <a16:creationId xmlns:a16="http://schemas.microsoft.com/office/drawing/2014/main" id="{73585125-CA73-FD35-7556-CAFAD525DA33}"/>
                      </a:ext>
                    </a:extLst>
                  </p:cNvPr>
                  <p:cNvCxnSpPr>
                    <a:cxnSpLocks/>
                    <a:endCxn id="740" idx="0"/>
                  </p:cNvCxnSpPr>
                  <p:nvPr/>
                </p:nvCxnSpPr>
                <p:spPr>
                  <a:xfrm flipH="1">
                    <a:off x="21835886" y="10943294"/>
                    <a:ext cx="503193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2" name="Straight Connector 721">
                    <a:extLst>
                      <a:ext uri="{FF2B5EF4-FFF2-40B4-BE49-F238E27FC236}">
                        <a16:creationId xmlns:a16="http://schemas.microsoft.com/office/drawing/2014/main" id="{69879345-41D1-3211-1661-022C9371A088}"/>
                      </a:ext>
                    </a:extLst>
                  </p:cNvPr>
                  <p:cNvCxnSpPr>
                    <a:cxnSpLocks/>
                    <a:endCxn id="743" idx="0"/>
                  </p:cNvCxnSpPr>
                  <p:nvPr/>
                </p:nvCxnSpPr>
                <p:spPr>
                  <a:xfrm flipH="1">
                    <a:off x="20849095" y="10943294"/>
                    <a:ext cx="1489984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3" name="Straight Connector 722">
                    <a:extLst>
                      <a:ext uri="{FF2B5EF4-FFF2-40B4-BE49-F238E27FC236}">
                        <a16:creationId xmlns:a16="http://schemas.microsoft.com/office/drawing/2014/main" id="{DC5C0D69-61DA-7F22-07F7-040954C2DD82}"/>
                      </a:ext>
                    </a:extLst>
                  </p:cNvPr>
                  <p:cNvCxnSpPr>
                    <a:cxnSpLocks/>
                    <a:stCxn id="704" idx="4"/>
                    <a:endCxn id="742" idx="1"/>
                  </p:cNvCxnSpPr>
                  <p:nvPr/>
                </p:nvCxnSpPr>
                <p:spPr>
                  <a:xfrm>
                    <a:off x="22351740" y="10948667"/>
                    <a:ext cx="302731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4" name="Straight Connector 723">
                    <a:extLst>
                      <a:ext uri="{FF2B5EF4-FFF2-40B4-BE49-F238E27FC236}">
                        <a16:creationId xmlns:a16="http://schemas.microsoft.com/office/drawing/2014/main" id="{6924C881-30DF-4653-CE31-0E245A1507B2}"/>
                      </a:ext>
                    </a:extLst>
                  </p:cNvPr>
                  <p:cNvCxnSpPr>
                    <a:cxnSpLocks/>
                    <a:stCxn id="739" idx="4"/>
                    <a:endCxn id="705" idx="0"/>
                  </p:cNvCxnSpPr>
                  <p:nvPr/>
                </p:nvCxnSpPr>
                <p:spPr>
                  <a:xfrm>
                    <a:off x="21332692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5" name="Straight Connector 724">
                    <a:extLst>
                      <a:ext uri="{FF2B5EF4-FFF2-40B4-BE49-F238E27FC236}">
                        <a16:creationId xmlns:a16="http://schemas.microsoft.com/office/drawing/2014/main" id="{789F6E3A-71E3-08F4-C27B-C841AF38D75D}"/>
                      </a:ext>
                    </a:extLst>
                  </p:cNvPr>
                  <p:cNvCxnSpPr>
                    <a:cxnSpLocks/>
                    <a:stCxn id="740" idx="4"/>
                    <a:endCxn id="705" idx="0"/>
                  </p:cNvCxnSpPr>
                  <p:nvPr/>
                </p:nvCxnSpPr>
                <p:spPr>
                  <a:xfrm flipH="1"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6" name="Straight Connector 725">
                    <a:extLst>
                      <a:ext uri="{FF2B5EF4-FFF2-40B4-BE49-F238E27FC236}">
                        <a16:creationId xmlns:a16="http://schemas.microsoft.com/office/drawing/2014/main" id="{0A183460-D747-F9C5-E506-DF456985D1AA}"/>
                      </a:ext>
                    </a:extLst>
                  </p:cNvPr>
                  <p:cNvCxnSpPr>
                    <a:cxnSpLocks/>
                    <a:stCxn id="743" idx="4"/>
                    <a:endCxn id="705" idx="0"/>
                  </p:cNvCxnSpPr>
                  <p:nvPr/>
                </p:nvCxnSpPr>
                <p:spPr>
                  <a:xfrm>
                    <a:off x="20849095" y="11754041"/>
                    <a:ext cx="483597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7" name="Straight Connector 726">
                    <a:extLst>
                      <a:ext uri="{FF2B5EF4-FFF2-40B4-BE49-F238E27FC236}">
                        <a16:creationId xmlns:a16="http://schemas.microsoft.com/office/drawing/2014/main" id="{A78D1FBC-320B-F7D2-A1C8-4E9E87EB8E01}"/>
                      </a:ext>
                    </a:extLst>
                  </p:cNvPr>
                  <p:cNvCxnSpPr>
                    <a:cxnSpLocks/>
                    <a:stCxn id="741" idx="4"/>
                    <a:endCxn id="705" idx="0"/>
                  </p:cNvCxnSpPr>
                  <p:nvPr/>
                </p:nvCxnSpPr>
                <p:spPr>
                  <a:xfrm flipH="1"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8" name="Straight Connector 727">
                    <a:extLst>
                      <a:ext uri="{FF2B5EF4-FFF2-40B4-BE49-F238E27FC236}">
                        <a16:creationId xmlns:a16="http://schemas.microsoft.com/office/drawing/2014/main" id="{904D740E-332F-DCA0-ACC7-AEC57461D421}"/>
                      </a:ext>
                    </a:extLst>
                  </p:cNvPr>
                  <p:cNvCxnSpPr>
                    <a:cxnSpLocks/>
                    <a:stCxn id="742" idx="4"/>
                    <a:endCxn id="705" idx="0"/>
                  </p:cNvCxnSpPr>
                  <p:nvPr/>
                </p:nvCxnSpPr>
                <p:spPr>
                  <a:xfrm flipH="1">
                    <a:off x="21332692" y="11754041"/>
                    <a:ext cx="144905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9" name="Straight Connector 728">
                    <a:extLst>
                      <a:ext uri="{FF2B5EF4-FFF2-40B4-BE49-F238E27FC236}">
                        <a16:creationId xmlns:a16="http://schemas.microsoft.com/office/drawing/2014/main" id="{64605988-8B14-AFE5-49DE-E04ACC7B85FE}"/>
                      </a:ext>
                    </a:extLst>
                  </p:cNvPr>
                  <p:cNvCxnSpPr>
                    <a:cxnSpLocks/>
                    <a:stCxn id="739" idx="4"/>
                    <a:endCxn id="706" idx="0"/>
                  </p:cNvCxnSpPr>
                  <p:nvPr/>
                </p:nvCxnSpPr>
                <p:spPr>
                  <a:xfrm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0" name="Straight Connector 729">
                    <a:extLst>
                      <a:ext uri="{FF2B5EF4-FFF2-40B4-BE49-F238E27FC236}">
                        <a16:creationId xmlns:a16="http://schemas.microsoft.com/office/drawing/2014/main" id="{46A9AEC7-6852-124B-D309-01C48970F73A}"/>
                      </a:ext>
                    </a:extLst>
                  </p:cNvPr>
                  <p:cNvCxnSpPr>
                    <a:cxnSpLocks/>
                    <a:stCxn id="740" idx="4"/>
                    <a:endCxn id="706" idx="0"/>
                  </p:cNvCxnSpPr>
                  <p:nvPr/>
                </p:nvCxnSpPr>
                <p:spPr>
                  <a:xfrm>
                    <a:off x="21835886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1" name="Straight Connector 730">
                    <a:extLst>
                      <a:ext uri="{FF2B5EF4-FFF2-40B4-BE49-F238E27FC236}">
                        <a16:creationId xmlns:a16="http://schemas.microsoft.com/office/drawing/2014/main" id="{23180E1B-3E50-66C6-0AC1-2F9F907DCB4A}"/>
                      </a:ext>
                    </a:extLst>
                  </p:cNvPr>
                  <p:cNvCxnSpPr>
                    <a:cxnSpLocks/>
                    <a:stCxn id="743" idx="4"/>
                    <a:endCxn id="706" idx="0"/>
                  </p:cNvCxnSpPr>
                  <p:nvPr/>
                </p:nvCxnSpPr>
                <p:spPr>
                  <a:xfrm>
                    <a:off x="20849095" y="11754041"/>
                    <a:ext cx="986791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2" name="Straight Connector 731">
                    <a:extLst>
                      <a:ext uri="{FF2B5EF4-FFF2-40B4-BE49-F238E27FC236}">
                        <a16:creationId xmlns:a16="http://schemas.microsoft.com/office/drawing/2014/main" id="{240B4D8E-58E9-C220-F36B-C3E3022F3E70}"/>
                      </a:ext>
                    </a:extLst>
                  </p:cNvPr>
                  <p:cNvCxnSpPr>
                    <a:cxnSpLocks/>
                    <a:stCxn id="741" idx="4"/>
                    <a:endCxn id="706" idx="0"/>
                  </p:cNvCxnSpPr>
                  <p:nvPr/>
                </p:nvCxnSpPr>
                <p:spPr>
                  <a:xfrm flipH="1"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3" name="Straight Connector 732">
                    <a:extLst>
                      <a:ext uri="{FF2B5EF4-FFF2-40B4-BE49-F238E27FC236}">
                        <a16:creationId xmlns:a16="http://schemas.microsoft.com/office/drawing/2014/main" id="{9B6F4A7A-1F83-F179-9A5F-8275797D6DCB}"/>
                      </a:ext>
                    </a:extLst>
                  </p:cNvPr>
                  <p:cNvCxnSpPr>
                    <a:cxnSpLocks/>
                    <a:stCxn id="742" idx="4"/>
                    <a:endCxn id="706" idx="0"/>
                  </p:cNvCxnSpPr>
                  <p:nvPr/>
                </p:nvCxnSpPr>
                <p:spPr>
                  <a:xfrm flipH="1">
                    <a:off x="21835886" y="11754041"/>
                    <a:ext cx="94586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4" name="Straight Connector 733">
                    <a:extLst>
                      <a:ext uri="{FF2B5EF4-FFF2-40B4-BE49-F238E27FC236}">
                        <a16:creationId xmlns:a16="http://schemas.microsoft.com/office/drawing/2014/main" id="{E2C9F860-E333-0DCC-0DF9-2485AC609523}"/>
                      </a:ext>
                    </a:extLst>
                  </p:cNvPr>
                  <p:cNvCxnSpPr>
                    <a:cxnSpLocks/>
                    <a:stCxn id="741" idx="4"/>
                    <a:endCxn id="707" idx="0"/>
                  </p:cNvCxnSpPr>
                  <p:nvPr/>
                </p:nvCxnSpPr>
                <p:spPr>
                  <a:xfrm>
                    <a:off x="22351740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5" name="Straight Connector 734">
                    <a:extLst>
                      <a:ext uri="{FF2B5EF4-FFF2-40B4-BE49-F238E27FC236}">
                        <a16:creationId xmlns:a16="http://schemas.microsoft.com/office/drawing/2014/main" id="{C53026CC-365E-9FAB-5401-B3A0D0D32BD7}"/>
                      </a:ext>
                    </a:extLst>
                  </p:cNvPr>
                  <p:cNvCxnSpPr>
                    <a:cxnSpLocks/>
                    <a:stCxn id="742" idx="4"/>
                    <a:endCxn id="707" idx="0"/>
                  </p:cNvCxnSpPr>
                  <p:nvPr/>
                </p:nvCxnSpPr>
                <p:spPr>
                  <a:xfrm flipH="1">
                    <a:off x="22351740" y="11754041"/>
                    <a:ext cx="43001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76EBE171-5B1C-E6CC-CD26-E1F3284C7F02}"/>
                      </a:ext>
                    </a:extLst>
                  </p:cNvPr>
                  <p:cNvCxnSpPr>
                    <a:cxnSpLocks/>
                    <a:stCxn id="740" idx="4"/>
                    <a:endCxn id="707" idx="0"/>
                  </p:cNvCxnSpPr>
                  <p:nvPr/>
                </p:nvCxnSpPr>
                <p:spPr>
                  <a:xfrm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7" name="Straight Connector 736">
                    <a:extLst>
                      <a:ext uri="{FF2B5EF4-FFF2-40B4-BE49-F238E27FC236}">
                        <a16:creationId xmlns:a16="http://schemas.microsoft.com/office/drawing/2014/main" id="{F28DB055-8350-B2C8-32DF-1CFF67583393}"/>
                      </a:ext>
                    </a:extLst>
                  </p:cNvPr>
                  <p:cNvCxnSpPr>
                    <a:cxnSpLocks/>
                    <a:stCxn id="743" idx="4"/>
                    <a:endCxn id="707" idx="0"/>
                  </p:cNvCxnSpPr>
                  <p:nvPr/>
                </p:nvCxnSpPr>
                <p:spPr>
                  <a:xfrm>
                    <a:off x="20849095" y="11754041"/>
                    <a:ext cx="1502645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8" name="Straight Connector 737">
                    <a:extLst>
                      <a:ext uri="{FF2B5EF4-FFF2-40B4-BE49-F238E27FC236}">
                        <a16:creationId xmlns:a16="http://schemas.microsoft.com/office/drawing/2014/main" id="{25841999-B8CC-1B40-EFF5-25C9D92F03D7}"/>
                      </a:ext>
                    </a:extLst>
                  </p:cNvPr>
                  <p:cNvCxnSpPr>
                    <a:cxnSpLocks/>
                    <a:stCxn id="739" idx="4"/>
                    <a:endCxn id="707" idx="0"/>
                  </p:cNvCxnSpPr>
                  <p:nvPr/>
                </p:nvCxnSpPr>
                <p:spPr>
                  <a:xfrm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sp>
                <p:nvSpPr>
                  <p:cNvPr id="739" name="Oval 738">
                    <a:extLst>
                      <a:ext uri="{FF2B5EF4-FFF2-40B4-BE49-F238E27FC236}">
                        <a16:creationId xmlns:a16="http://schemas.microsoft.com/office/drawing/2014/main" id="{B05F7331-59DF-7D78-2A4D-B46D56014BE9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0" name="Oval 739">
                    <a:extLst>
                      <a:ext uri="{FF2B5EF4-FFF2-40B4-BE49-F238E27FC236}">
                        <a16:creationId xmlns:a16="http://schemas.microsoft.com/office/drawing/2014/main" id="{9D7A256A-D876-1B06-7B5D-55CD243B4DDE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1394042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1" name="Oval 740">
                    <a:extLst>
                      <a:ext uri="{FF2B5EF4-FFF2-40B4-BE49-F238E27FC236}">
                        <a16:creationId xmlns:a16="http://schemas.microsoft.com/office/drawing/2014/main" id="{B6E148AB-8DA5-26A3-575E-E0EB33FBE0B2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2" name="Oval 741">
                    <a:extLst>
                      <a:ext uri="{FF2B5EF4-FFF2-40B4-BE49-F238E27FC236}">
                        <a16:creationId xmlns:a16="http://schemas.microsoft.com/office/drawing/2014/main" id="{8F4591DA-B4BD-0453-8124-DD74BF1E805D}"/>
                      </a:ext>
                    </a:extLst>
                  </p:cNvPr>
                  <p:cNvSpPr/>
                  <p:nvPr/>
                </p:nvSpPr>
                <p:spPr>
                  <a:xfrm>
                    <a:off x="2260175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43" name="Oval 742">
                    <a:extLst>
                      <a:ext uri="{FF2B5EF4-FFF2-40B4-BE49-F238E27FC236}">
                        <a16:creationId xmlns:a16="http://schemas.microsoft.com/office/drawing/2014/main" id="{3D289DFF-D2B6-5CB0-FB72-7ABAD5BD4C3B}"/>
                      </a:ext>
                    </a:extLst>
                  </p:cNvPr>
                  <p:cNvSpPr/>
                  <p:nvPr/>
                </p:nvSpPr>
                <p:spPr>
                  <a:xfrm>
                    <a:off x="20669095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13" name="Group 612">
                  <a:extLst>
                    <a:ext uri="{FF2B5EF4-FFF2-40B4-BE49-F238E27FC236}">
                      <a16:creationId xmlns:a16="http://schemas.microsoft.com/office/drawing/2014/main" id="{D78154EA-01A8-8B40-F201-1EDA28FBAECC}"/>
                    </a:ext>
                  </a:extLst>
                </p:cNvPr>
                <p:cNvGrpSpPr/>
                <p:nvPr/>
              </p:nvGrpSpPr>
              <p:grpSpPr>
                <a:xfrm>
                  <a:off x="7403305" y="18652678"/>
                  <a:ext cx="869407" cy="807368"/>
                  <a:chOff x="20669095" y="10588667"/>
                  <a:chExt cx="2292655" cy="1976112"/>
                </a:xfrm>
              </p:grpSpPr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B5610B85-FA10-AEC2-227E-BE6523D16084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2458AB7C-D20C-5301-CAC2-15E11A23FC7E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0A39174E-AFC6-7763-64DD-67A40CF2FCAD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3" name="Oval 662">
                    <a:extLst>
                      <a:ext uri="{FF2B5EF4-FFF2-40B4-BE49-F238E27FC236}">
                        <a16:creationId xmlns:a16="http://schemas.microsoft.com/office/drawing/2014/main" id="{9E23619A-27D4-6344-04D8-375BE2EFD48B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4" name="Oval 663">
                    <a:extLst>
                      <a:ext uri="{FF2B5EF4-FFF2-40B4-BE49-F238E27FC236}">
                        <a16:creationId xmlns:a16="http://schemas.microsoft.com/office/drawing/2014/main" id="{8C8EDB4C-5B9C-3440-4533-FB36A26E70C9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5" name="Oval 664">
                    <a:extLst>
                      <a:ext uri="{FF2B5EF4-FFF2-40B4-BE49-F238E27FC236}">
                        <a16:creationId xmlns:a16="http://schemas.microsoft.com/office/drawing/2014/main" id="{4D03C785-19C7-4C3C-D26C-A5A3C1FAA76A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6" name="Straight Connector 665">
                    <a:extLst>
                      <a:ext uri="{FF2B5EF4-FFF2-40B4-BE49-F238E27FC236}">
                        <a16:creationId xmlns:a16="http://schemas.microsoft.com/office/drawing/2014/main" id="{700E3703-E8E8-F9E7-BB4D-F1C175F8DEB7}"/>
                      </a:ext>
                    </a:extLst>
                  </p:cNvPr>
                  <p:cNvCxnSpPr>
                    <a:cxnSpLocks/>
                    <a:stCxn id="660" idx="4"/>
                    <a:endCxn id="701" idx="0"/>
                  </p:cNvCxnSpPr>
                  <p:nvPr/>
                </p:nvCxnSpPr>
                <p:spPr>
                  <a:xfrm flipH="1">
                    <a:off x="20849095" y="10948667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7" name="Straight Connector 666">
                    <a:extLst>
                      <a:ext uri="{FF2B5EF4-FFF2-40B4-BE49-F238E27FC236}">
                        <a16:creationId xmlns:a16="http://schemas.microsoft.com/office/drawing/2014/main" id="{C96412ED-690D-6181-0DD6-3F6A499CAAC8}"/>
                      </a:ext>
                    </a:extLst>
                  </p:cNvPr>
                  <p:cNvCxnSpPr>
                    <a:cxnSpLocks/>
                    <a:stCxn id="661" idx="4"/>
                    <a:endCxn id="697" idx="0"/>
                  </p:cNvCxnSpPr>
                  <p:nvPr/>
                </p:nvCxnSpPr>
                <p:spPr>
                  <a:xfrm flipH="1"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8" name="Straight Connector 667">
                    <a:extLst>
                      <a:ext uri="{FF2B5EF4-FFF2-40B4-BE49-F238E27FC236}">
                        <a16:creationId xmlns:a16="http://schemas.microsoft.com/office/drawing/2014/main" id="{E77EEEDF-82BC-C7E4-1512-D02DBCD4DE05}"/>
                      </a:ext>
                    </a:extLst>
                  </p:cNvPr>
                  <p:cNvCxnSpPr>
                    <a:cxnSpLocks/>
                    <a:stCxn id="661" idx="4"/>
                    <a:endCxn id="698" idx="0"/>
                  </p:cNvCxnSpPr>
                  <p:nvPr/>
                </p:nvCxnSpPr>
                <p:spPr>
                  <a:xfrm>
                    <a:off x="21835886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9" name="Straight Connector 668">
                    <a:extLst>
                      <a:ext uri="{FF2B5EF4-FFF2-40B4-BE49-F238E27FC236}">
                        <a16:creationId xmlns:a16="http://schemas.microsoft.com/office/drawing/2014/main" id="{98BFF9C3-14D9-E5F7-8909-1263E0BD5C7B}"/>
                      </a:ext>
                    </a:extLst>
                  </p:cNvPr>
                  <p:cNvCxnSpPr>
                    <a:cxnSpLocks/>
                    <a:stCxn id="661" idx="4"/>
                    <a:endCxn id="699" idx="1"/>
                  </p:cNvCxnSpPr>
                  <p:nvPr/>
                </p:nvCxnSpPr>
                <p:spPr>
                  <a:xfrm>
                    <a:off x="21835886" y="10948667"/>
                    <a:ext cx="38857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0" name="Straight Connector 669">
                    <a:extLst>
                      <a:ext uri="{FF2B5EF4-FFF2-40B4-BE49-F238E27FC236}">
                        <a16:creationId xmlns:a16="http://schemas.microsoft.com/office/drawing/2014/main" id="{7DA18B98-333C-E81A-3AA9-B40D2538DE1A}"/>
                      </a:ext>
                    </a:extLst>
                  </p:cNvPr>
                  <p:cNvCxnSpPr>
                    <a:cxnSpLocks/>
                    <a:stCxn id="661" idx="4"/>
                    <a:endCxn id="701" idx="0"/>
                  </p:cNvCxnSpPr>
                  <p:nvPr/>
                </p:nvCxnSpPr>
                <p:spPr>
                  <a:xfrm flipH="1">
                    <a:off x="20849095" y="10948667"/>
                    <a:ext cx="986791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1" name="Straight Connector 670">
                    <a:extLst>
                      <a:ext uri="{FF2B5EF4-FFF2-40B4-BE49-F238E27FC236}">
                        <a16:creationId xmlns:a16="http://schemas.microsoft.com/office/drawing/2014/main" id="{5C88918C-4F79-D62E-36D0-16167A2CF490}"/>
                      </a:ext>
                    </a:extLst>
                  </p:cNvPr>
                  <p:cNvCxnSpPr>
                    <a:cxnSpLocks/>
                    <a:stCxn id="660" idx="4"/>
                    <a:endCxn id="700" idx="1"/>
                  </p:cNvCxnSpPr>
                  <p:nvPr/>
                </p:nvCxnSpPr>
                <p:spPr>
                  <a:xfrm>
                    <a:off x="21332692" y="10948667"/>
                    <a:ext cx="13217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2" name="Straight Connector 671">
                    <a:extLst>
                      <a:ext uri="{FF2B5EF4-FFF2-40B4-BE49-F238E27FC236}">
                        <a16:creationId xmlns:a16="http://schemas.microsoft.com/office/drawing/2014/main" id="{6666E10E-6200-E942-FBB3-30B48D4890EF}"/>
                      </a:ext>
                    </a:extLst>
                  </p:cNvPr>
                  <p:cNvCxnSpPr>
                    <a:cxnSpLocks/>
                    <a:stCxn id="660" idx="4"/>
                    <a:endCxn id="698" idx="0"/>
                  </p:cNvCxnSpPr>
                  <p:nvPr/>
                </p:nvCxnSpPr>
                <p:spPr>
                  <a:xfrm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3" name="Straight Connector 672">
                    <a:extLst>
                      <a:ext uri="{FF2B5EF4-FFF2-40B4-BE49-F238E27FC236}">
                        <a16:creationId xmlns:a16="http://schemas.microsoft.com/office/drawing/2014/main" id="{6CEDC5C8-DF9F-DFD4-CF20-1C68B44E47D9}"/>
                      </a:ext>
                    </a:extLst>
                  </p:cNvPr>
                  <p:cNvCxnSpPr>
                    <a:cxnSpLocks/>
                    <a:stCxn id="660" idx="4"/>
                    <a:endCxn id="699" idx="1"/>
                  </p:cNvCxnSpPr>
                  <p:nvPr/>
                </p:nvCxnSpPr>
                <p:spPr>
                  <a:xfrm>
                    <a:off x="21332692" y="10948667"/>
                    <a:ext cx="89176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4" name="Straight Connector 673">
                    <a:extLst>
                      <a:ext uri="{FF2B5EF4-FFF2-40B4-BE49-F238E27FC236}">
                        <a16:creationId xmlns:a16="http://schemas.microsoft.com/office/drawing/2014/main" id="{790E1772-E05D-788A-F0C9-ACCE55A6D26C}"/>
                      </a:ext>
                    </a:extLst>
                  </p:cNvPr>
                  <p:cNvCxnSpPr>
                    <a:cxnSpLocks/>
                    <a:stCxn id="660" idx="4"/>
                    <a:endCxn id="697" idx="0"/>
                  </p:cNvCxnSpPr>
                  <p:nvPr/>
                </p:nvCxnSpPr>
                <p:spPr>
                  <a:xfrm>
                    <a:off x="21332692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5" name="Straight Connector 674">
                    <a:extLst>
                      <a:ext uri="{FF2B5EF4-FFF2-40B4-BE49-F238E27FC236}">
                        <a16:creationId xmlns:a16="http://schemas.microsoft.com/office/drawing/2014/main" id="{032F1DB6-72E4-7DAD-DD5B-52BDAFC03498}"/>
                      </a:ext>
                    </a:extLst>
                  </p:cNvPr>
                  <p:cNvCxnSpPr>
                    <a:cxnSpLocks/>
                    <a:stCxn id="661" idx="4"/>
                    <a:endCxn id="700" idx="1"/>
                  </p:cNvCxnSpPr>
                  <p:nvPr/>
                </p:nvCxnSpPr>
                <p:spPr>
                  <a:xfrm>
                    <a:off x="21835886" y="10948667"/>
                    <a:ext cx="81858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6" name="Straight Connector 675">
                    <a:extLst>
                      <a:ext uri="{FF2B5EF4-FFF2-40B4-BE49-F238E27FC236}">
                        <a16:creationId xmlns:a16="http://schemas.microsoft.com/office/drawing/2014/main" id="{402C37BF-C040-088C-02AC-73E3425CDC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855482" y="10943294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7" name="Straight Connector 676">
                    <a:extLst>
                      <a:ext uri="{FF2B5EF4-FFF2-40B4-BE49-F238E27FC236}">
                        <a16:creationId xmlns:a16="http://schemas.microsoft.com/office/drawing/2014/main" id="{6C2059CF-0F7F-7F61-1A38-5657A75C0F09}"/>
                      </a:ext>
                    </a:extLst>
                  </p:cNvPr>
                  <p:cNvCxnSpPr>
                    <a:cxnSpLocks/>
                    <a:stCxn id="662" idx="4"/>
                    <a:endCxn id="699" idx="1"/>
                  </p:cNvCxnSpPr>
                  <p:nvPr/>
                </p:nvCxnSpPr>
                <p:spPr>
                  <a:xfrm flipH="1">
                    <a:off x="22224461" y="10948667"/>
                    <a:ext cx="1272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8" name="Straight Connector 677">
                    <a:extLst>
                      <a:ext uri="{FF2B5EF4-FFF2-40B4-BE49-F238E27FC236}">
                        <a16:creationId xmlns:a16="http://schemas.microsoft.com/office/drawing/2014/main" id="{A0551463-42A9-37C2-FC45-3F3A738FDD0F}"/>
                      </a:ext>
                    </a:extLst>
                  </p:cNvPr>
                  <p:cNvCxnSpPr>
                    <a:cxnSpLocks/>
                    <a:endCxn id="697" idx="0"/>
                  </p:cNvCxnSpPr>
                  <p:nvPr/>
                </p:nvCxnSpPr>
                <p:spPr>
                  <a:xfrm flipH="1">
                    <a:off x="21332692" y="10943294"/>
                    <a:ext cx="1006387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9" name="Straight Connector 678">
                    <a:extLst>
                      <a:ext uri="{FF2B5EF4-FFF2-40B4-BE49-F238E27FC236}">
                        <a16:creationId xmlns:a16="http://schemas.microsoft.com/office/drawing/2014/main" id="{40A3F4EE-871B-469D-7D9D-A57008638212}"/>
                      </a:ext>
                    </a:extLst>
                  </p:cNvPr>
                  <p:cNvCxnSpPr>
                    <a:cxnSpLocks/>
                    <a:endCxn id="698" idx="0"/>
                  </p:cNvCxnSpPr>
                  <p:nvPr/>
                </p:nvCxnSpPr>
                <p:spPr>
                  <a:xfrm flipH="1">
                    <a:off x="21835886" y="10943294"/>
                    <a:ext cx="503193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0" name="Straight Connector 679">
                    <a:extLst>
                      <a:ext uri="{FF2B5EF4-FFF2-40B4-BE49-F238E27FC236}">
                        <a16:creationId xmlns:a16="http://schemas.microsoft.com/office/drawing/2014/main" id="{CEF451D6-5556-4CAC-0ABC-1A4A66A4FA1F}"/>
                      </a:ext>
                    </a:extLst>
                  </p:cNvPr>
                  <p:cNvCxnSpPr>
                    <a:cxnSpLocks/>
                    <a:endCxn id="701" idx="0"/>
                  </p:cNvCxnSpPr>
                  <p:nvPr/>
                </p:nvCxnSpPr>
                <p:spPr>
                  <a:xfrm flipH="1">
                    <a:off x="20849095" y="10943294"/>
                    <a:ext cx="1489984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1" name="Straight Connector 680">
                    <a:extLst>
                      <a:ext uri="{FF2B5EF4-FFF2-40B4-BE49-F238E27FC236}">
                        <a16:creationId xmlns:a16="http://schemas.microsoft.com/office/drawing/2014/main" id="{D5823BDC-F7E2-3815-FC0B-4B482BC05813}"/>
                      </a:ext>
                    </a:extLst>
                  </p:cNvPr>
                  <p:cNvCxnSpPr>
                    <a:cxnSpLocks/>
                    <a:stCxn id="662" idx="4"/>
                    <a:endCxn id="700" idx="1"/>
                  </p:cNvCxnSpPr>
                  <p:nvPr/>
                </p:nvCxnSpPr>
                <p:spPr>
                  <a:xfrm>
                    <a:off x="22351740" y="10948667"/>
                    <a:ext cx="302731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2" name="Straight Connector 681">
                    <a:extLst>
                      <a:ext uri="{FF2B5EF4-FFF2-40B4-BE49-F238E27FC236}">
                        <a16:creationId xmlns:a16="http://schemas.microsoft.com/office/drawing/2014/main" id="{1466BA8E-B22D-5B11-7F20-DF420D0C5623}"/>
                      </a:ext>
                    </a:extLst>
                  </p:cNvPr>
                  <p:cNvCxnSpPr>
                    <a:cxnSpLocks/>
                    <a:stCxn id="697" idx="4"/>
                    <a:endCxn id="663" idx="0"/>
                  </p:cNvCxnSpPr>
                  <p:nvPr/>
                </p:nvCxnSpPr>
                <p:spPr>
                  <a:xfrm>
                    <a:off x="21332692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3" name="Straight Connector 682">
                    <a:extLst>
                      <a:ext uri="{FF2B5EF4-FFF2-40B4-BE49-F238E27FC236}">
                        <a16:creationId xmlns:a16="http://schemas.microsoft.com/office/drawing/2014/main" id="{B114AAB9-F20C-B99E-8E6D-82038AF5798E}"/>
                      </a:ext>
                    </a:extLst>
                  </p:cNvPr>
                  <p:cNvCxnSpPr>
                    <a:cxnSpLocks/>
                    <a:stCxn id="698" idx="4"/>
                    <a:endCxn id="663" idx="0"/>
                  </p:cNvCxnSpPr>
                  <p:nvPr/>
                </p:nvCxnSpPr>
                <p:spPr>
                  <a:xfrm flipH="1"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4" name="Straight Connector 683">
                    <a:extLst>
                      <a:ext uri="{FF2B5EF4-FFF2-40B4-BE49-F238E27FC236}">
                        <a16:creationId xmlns:a16="http://schemas.microsoft.com/office/drawing/2014/main" id="{2BEFDCA9-7EDB-4C16-5368-F0DAD43BA725}"/>
                      </a:ext>
                    </a:extLst>
                  </p:cNvPr>
                  <p:cNvCxnSpPr>
                    <a:cxnSpLocks/>
                    <a:stCxn id="701" idx="4"/>
                    <a:endCxn id="663" idx="0"/>
                  </p:cNvCxnSpPr>
                  <p:nvPr/>
                </p:nvCxnSpPr>
                <p:spPr>
                  <a:xfrm>
                    <a:off x="20849095" y="11754041"/>
                    <a:ext cx="483597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5" name="Straight Connector 684">
                    <a:extLst>
                      <a:ext uri="{FF2B5EF4-FFF2-40B4-BE49-F238E27FC236}">
                        <a16:creationId xmlns:a16="http://schemas.microsoft.com/office/drawing/2014/main" id="{FD2FEA6F-8463-1BE6-5BA8-9534274DC9A0}"/>
                      </a:ext>
                    </a:extLst>
                  </p:cNvPr>
                  <p:cNvCxnSpPr>
                    <a:cxnSpLocks/>
                    <a:stCxn id="699" idx="4"/>
                    <a:endCxn id="663" idx="0"/>
                  </p:cNvCxnSpPr>
                  <p:nvPr/>
                </p:nvCxnSpPr>
                <p:spPr>
                  <a:xfrm flipH="1"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6" name="Straight Connector 685">
                    <a:extLst>
                      <a:ext uri="{FF2B5EF4-FFF2-40B4-BE49-F238E27FC236}">
                        <a16:creationId xmlns:a16="http://schemas.microsoft.com/office/drawing/2014/main" id="{89327728-EB1D-68A0-D56E-FC44B99961CB}"/>
                      </a:ext>
                    </a:extLst>
                  </p:cNvPr>
                  <p:cNvCxnSpPr>
                    <a:cxnSpLocks/>
                    <a:stCxn id="700" idx="4"/>
                    <a:endCxn id="663" idx="0"/>
                  </p:cNvCxnSpPr>
                  <p:nvPr/>
                </p:nvCxnSpPr>
                <p:spPr>
                  <a:xfrm flipH="1">
                    <a:off x="21332692" y="11754041"/>
                    <a:ext cx="144905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7" name="Straight Connector 686">
                    <a:extLst>
                      <a:ext uri="{FF2B5EF4-FFF2-40B4-BE49-F238E27FC236}">
                        <a16:creationId xmlns:a16="http://schemas.microsoft.com/office/drawing/2014/main" id="{4A5757F2-A7AE-61C7-ED88-04FAEF22E0A2}"/>
                      </a:ext>
                    </a:extLst>
                  </p:cNvPr>
                  <p:cNvCxnSpPr>
                    <a:cxnSpLocks/>
                    <a:stCxn id="697" idx="4"/>
                    <a:endCxn id="664" idx="0"/>
                  </p:cNvCxnSpPr>
                  <p:nvPr/>
                </p:nvCxnSpPr>
                <p:spPr>
                  <a:xfrm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8" name="Straight Connector 687">
                    <a:extLst>
                      <a:ext uri="{FF2B5EF4-FFF2-40B4-BE49-F238E27FC236}">
                        <a16:creationId xmlns:a16="http://schemas.microsoft.com/office/drawing/2014/main" id="{63435A37-128D-6759-6B69-289783492E69}"/>
                      </a:ext>
                    </a:extLst>
                  </p:cNvPr>
                  <p:cNvCxnSpPr>
                    <a:cxnSpLocks/>
                    <a:stCxn id="698" idx="4"/>
                    <a:endCxn id="664" idx="0"/>
                  </p:cNvCxnSpPr>
                  <p:nvPr/>
                </p:nvCxnSpPr>
                <p:spPr>
                  <a:xfrm>
                    <a:off x="21835886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9" name="Straight Connector 688">
                    <a:extLst>
                      <a:ext uri="{FF2B5EF4-FFF2-40B4-BE49-F238E27FC236}">
                        <a16:creationId xmlns:a16="http://schemas.microsoft.com/office/drawing/2014/main" id="{43795D80-51F4-B9F5-8393-5A38B2CE6373}"/>
                      </a:ext>
                    </a:extLst>
                  </p:cNvPr>
                  <p:cNvCxnSpPr>
                    <a:cxnSpLocks/>
                    <a:stCxn id="701" idx="4"/>
                    <a:endCxn id="664" idx="0"/>
                  </p:cNvCxnSpPr>
                  <p:nvPr/>
                </p:nvCxnSpPr>
                <p:spPr>
                  <a:xfrm>
                    <a:off x="20849095" y="11754041"/>
                    <a:ext cx="986791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0" name="Straight Connector 689">
                    <a:extLst>
                      <a:ext uri="{FF2B5EF4-FFF2-40B4-BE49-F238E27FC236}">
                        <a16:creationId xmlns:a16="http://schemas.microsoft.com/office/drawing/2014/main" id="{70946C2A-43F7-0571-7C59-33CDDDD4D8A1}"/>
                      </a:ext>
                    </a:extLst>
                  </p:cNvPr>
                  <p:cNvCxnSpPr>
                    <a:cxnSpLocks/>
                    <a:stCxn id="699" idx="4"/>
                    <a:endCxn id="664" idx="0"/>
                  </p:cNvCxnSpPr>
                  <p:nvPr/>
                </p:nvCxnSpPr>
                <p:spPr>
                  <a:xfrm flipH="1"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1" name="Straight Connector 690">
                    <a:extLst>
                      <a:ext uri="{FF2B5EF4-FFF2-40B4-BE49-F238E27FC236}">
                        <a16:creationId xmlns:a16="http://schemas.microsoft.com/office/drawing/2014/main" id="{A66CF8B1-A1D5-EDB5-B996-36FC7437B9FC}"/>
                      </a:ext>
                    </a:extLst>
                  </p:cNvPr>
                  <p:cNvCxnSpPr>
                    <a:cxnSpLocks/>
                    <a:stCxn id="700" idx="4"/>
                    <a:endCxn id="664" idx="0"/>
                  </p:cNvCxnSpPr>
                  <p:nvPr/>
                </p:nvCxnSpPr>
                <p:spPr>
                  <a:xfrm flipH="1">
                    <a:off x="21835886" y="11754041"/>
                    <a:ext cx="94586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2" name="Straight Connector 691">
                    <a:extLst>
                      <a:ext uri="{FF2B5EF4-FFF2-40B4-BE49-F238E27FC236}">
                        <a16:creationId xmlns:a16="http://schemas.microsoft.com/office/drawing/2014/main" id="{85C6A066-0AA8-47E6-4376-E1AEA8B3CE0D}"/>
                      </a:ext>
                    </a:extLst>
                  </p:cNvPr>
                  <p:cNvCxnSpPr>
                    <a:cxnSpLocks/>
                    <a:stCxn id="699" idx="4"/>
                    <a:endCxn id="665" idx="0"/>
                  </p:cNvCxnSpPr>
                  <p:nvPr/>
                </p:nvCxnSpPr>
                <p:spPr>
                  <a:xfrm>
                    <a:off x="22351740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3" name="Straight Connector 692">
                    <a:extLst>
                      <a:ext uri="{FF2B5EF4-FFF2-40B4-BE49-F238E27FC236}">
                        <a16:creationId xmlns:a16="http://schemas.microsoft.com/office/drawing/2014/main" id="{B49A7CB3-45F8-FBA1-84D9-9FCF30F1B27E}"/>
                      </a:ext>
                    </a:extLst>
                  </p:cNvPr>
                  <p:cNvCxnSpPr>
                    <a:cxnSpLocks/>
                    <a:stCxn id="700" idx="4"/>
                    <a:endCxn id="665" idx="0"/>
                  </p:cNvCxnSpPr>
                  <p:nvPr/>
                </p:nvCxnSpPr>
                <p:spPr>
                  <a:xfrm flipH="1">
                    <a:off x="22351740" y="11754041"/>
                    <a:ext cx="43001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4" name="Straight Connector 693">
                    <a:extLst>
                      <a:ext uri="{FF2B5EF4-FFF2-40B4-BE49-F238E27FC236}">
                        <a16:creationId xmlns:a16="http://schemas.microsoft.com/office/drawing/2014/main" id="{2F888D62-1796-2281-79CC-444498FCA541}"/>
                      </a:ext>
                    </a:extLst>
                  </p:cNvPr>
                  <p:cNvCxnSpPr>
                    <a:cxnSpLocks/>
                    <a:stCxn id="698" idx="4"/>
                    <a:endCxn id="665" idx="0"/>
                  </p:cNvCxnSpPr>
                  <p:nvPr/>
                </p:nvCxnSpPr>
                <p:spPr>
                  <a:xfrm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5" name="Straight Connector 694">
                    <a:extLst>
                      <a:ext uri="{FF2B5EF4-FFF2-40B4-BE49-F238E27FC236}">
                        <a16:creationId xmlns:a16="http://schemas.microsoft.com/office/drawing/2014/main" id="{29A1279F-7EBD-1BB8-34E2-C679F11594AB}"/>
                      </a:ext>
                    </a:extLst>
                  </p:cNvPr>
                  <p:cNvCxnSpPr>
                    <a:cxnSpLocks/>
                    <a:stCxn id="701" idx="4"/>
                    <a:endCxn id="665" idx="0"/>
                  </p:cNvCxnSpPr>
                  <p:nvPr/>
                </p:nvCxnSpPr>
                <p:spPr>
                  <a:xfrm>
                    <a:off x="20849095" y="11754041"/>
                    <a:ext cx="1502645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6" name="Straight Connector 695">
                    <a:extLst>
                      <a:ext uri="{FF2B5EF4-FFF2-40B4-BE49-F238E27FC236}">
                        <a16:creationId xmlns:a16="http://schemas.microsoft.com/office/drawing/2014/main" id="{EF373AB3-81DD-C68A-194D-B5D96818FD55}"/>
                      </a:ext>
                    </a:extLst>
                  </p:cNvPr>
                  <p:cNvCxnSpPr>
                    <a:cxnSpLocks/>
                    <a:stCxn id="697" idx="4"/>
                    <a:endCxn id="665" idx="0"/>
                  </p:cNvCxnSpPr>
                  <p:nvPr/>
                </p:nvCxnSpPr>
                <p:spPr>
                  <a:xfrm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sp>
                <p:nvSpPr>
                  <p:cNvPr id="697" name="Oval 696">
                    <a:extLst>
                      <a:ext uri="{FF2B5EF4-FFF2-40B4-BE49-F238E27FC236}">
                        <a16:creationId xmlns:a16="http://schemas.microsoft.com/office/drawing/2014/main" id="{0C21D61C-91DC-BF76-A5E9-09F9A19721A1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8" name="Oval 697">
                    <a:extLst>
                      <a:ext uri="{FF2B5EF4-FFF2-40B4-BE49-F238E27FC236}">
                        <a16:creationId xmlns:a16="http://schemas.microsoft.com/office/drawing/2014/main" id="{D7E51965-4EBA-1C14-49EA-5C580BDCBFBA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1394042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9" name="Oval 698">
                    <a:extLst>
                      <a:ext uri="{FF2B5EF4-FFF2-40B4-BE49-F238E27FC236}">
                        <a16:creationId xmlns:a16="http://schemas.microsoft.com/office/drawing/2014/main" id="{16EF0453-4707-0B9B-3E66-D1043320CA76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0" name="Oval 699">
                    <a:extLst>
                      <a:ext uri="{FF2B5EF4-FFF2-40B4-BE49-F238E27FC236}">
                        <a16:creationId xmlns:a16="http://schemas.microsoft.com/office/drawing/2014/main" id="{35B280F8-DA69-8D90-267B-F72EA49F2FB2}"/>
                      </a:ext>
                    </a:extLst>
                  </p:cNvPr>
                  <p:cNvSpPr/>
                  <p:nvPr/>
                </p:nvSpPr>
                <p:spPr>
                  <a:xfrm>
                    <a:off x="2260175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1" name="Oval 700">
                    <a:extLst>
                      <a:ext uri="{FF2B5EF4-FFF2-40B4-BE49-F238E27FC236}">
                        <a16:creationId xmlns:a16="http://schemas.microsoft.com/office/drawing/2014/main" id="{BDA7A715-EC21-87C8-CCE2-3C7AAD41E686}"/>
                      </a:ext>
                    </a:extLst>
                  </p:cNvPr>
                  <p:cNvSpPr/>
                  <p:nvPr/>
                </p:nvSpPr>
                <p:spPr>
                  <a:xfrm>
                    <a:off x="20669095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14" name="Group 613">
                  <a:extLst>
                    <a:ext uri="{FF2B5EF4-FFF2-40B4-BE49-F238E27FC236}">
                      <a16:creationId xmlns:a16="http://schemas.microsoft.com/office/drawing/2014/main" id="{AE1A698A-5C19-6CEA-53DB-A90565FA7744}"/>
                    </a:ext>
                  </a:extLst>
                </p:cNvPr>
                <p:cNvGrpSpPr/>
                <p:nvPr/>
              </p:nvGrpSpPr>
              <p:grpSpPr>
                <a:xfrm>
                  <a:off x="7429820" y="17480902"/>
                  <a:ext cx="869407" cy="807368"/>
                  <a:chOff x="20669095" y="10588667"/>
                  <a:chExt cx="2292655" cy="1976112"/>
                </a:xfrm>
              </p:grpSpPr>
              <p:sp>
                <p:nvSpPr>
                  <p:cNvPr id="615" name="Oval 614">
                    <a:extLst>
                      <a:ext uri="{FF2B5EF4-FFF2-40B4-BE49-F238E27FC236}">
                        <a16:creationId xmlns:a16="http://schemas.microsoft.com/office/drawing/2014/main" id="{5D0B54BB-164E-DD09-FB42-C349E9C7A60F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6" name="Oval 615">
                    <a:extLst>
                      <a:ext uri="{FF2B5EF4-FFF2-40B4-BE49-F238E27FC236}">
                        <a16:creationId xmlns:a16="http://schemas.microsoft.com/office/drawing/2014/main" id="{830D9E09-3DEA-CA0B-D55D-4553A3D26460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7" name="Oval 616">
                    <a:extLst>
                      <a:ext uri="{FF2B5EF4-FFF2-40B4-BE49-F238E27FC236}">
                        <a16:creationId xmlns:a16="http://schemas.microsoft.com/office/drawing/2014/main" id="{B0557274-5A94-30E6-51ED-22DABA8051C3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0588667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8" name="Oval 617">
                    <a:extLst>
                      <a:ext uri="{FF2B5EF4-FFF2-40B4-BE49-F238E27FC236}">
                        <a16:creationId xmlns:a16="http://schemas.microsoft.com/office/drawing/2014/main" id="{3AB2FAC3-CAE6-9A25-33A3-CDCAFECA45B0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9" name="Oval 618">
                    <a:extLst>
                      <a:ext uri="{FF2B5EF4-FFF2-40B4-BE49-F238E27FC236}">
                        <a16:creationId xmlns:a16="http://schemas.microsoft.com/office/drawing/2014/main" id="{95E57B1E-12D4-D7F9-E343-EFCBC7BADFF9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0" name="Oval 619">
                    <a:extLst>
                      <a:ext uri="{FF2B5EF4-FFF2-40B4-BE49-F238E27FC236}">
                        <a16:creationId xmlns:a16="http://schemas.microsoft.com/office/drawing/2014/main" id="{BCF27788-15B1-1094-F9A4-2F51F4C0F6A2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2204779"/>
                    <a:ext cx="360000" cy="360000"/>
                  </a:xfrm>
                  <a:prstGeom prst="ellipse">
                    <a:avLst/>
                  </a:prstGeom>
                  <a:solidFill>
                    <a:srgbClr val="67A4DB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21" name="Straight Connector 620">
                    <a:extLst>
                      <a:ext uri="{FF2B5EF4-FFF2-40B4-BE49-F238E27FC236}">
                        <a16:creationId xmlns:a16="http://schemas.microsoft.com/office/drawing/2014/main" id="{46A75D20-66A3-5B27-649E-0A07FFAE4CDE}"/>
                      </a:ext>
                    </a:extLst>
                  </p:cNvPr>
                  <p:cNvCxnSpPr>
                    <a:cxnSpLocks/>
                    <a:stCxn id="615" idx="4"/>
                    <a:endCxn id="656" idx="0"/>
                  </p:cNvCxnSpPr>
                  <p:nvPr/>
                </p:nvCxnSpPr>
                <p:spPr>
                  <a:xfrm flipH="1">
                    <a:off x="20849095" y="10948667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2" name="Straight Connector 621">
                    <a:extLst>
                      <a:ext uri="{FF2B5EF4-FFF2-40B4-BE49-F238E27FC236}">
                        <a16:creationId xmlns:a16="http://schemas.microsoft.com/office/drawing/2014/main" id="{6EB711E7-8D8C-6C4B-9ECD-2795D3556399}"/>
                      </a:ext>
                    </a:extLst>
                  </p:cNvPr>
                  <p:cNvCxnSpPr>
                    <a:cxnSpLocks/>
                    <a:stCxn id="616" idx="4"/>
                    <a:endCxn id="652" idx="0"/>
                  </p:cNvCxnSpPr>
                  <p:nvPr/>
                </p:nvCxnSpPr>
                <p:spPr>
                  <a:xfrm flipH="1"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3" name="Straight Connector 622">
                    <a:extLst>
                      <a:ext uri="{FF2B5EF4-FFF2-40B4-BE49-F238E27FC236}">
                        <a16:creationId xmlns:a16="http://schemas.microsoft.com/office/drawing/2014/main" id="{8AED4B31-5BBC-11DE-7235-71C74AC6D451}"/>
                      </a:ext>
                    </a:extLst>
                  </p:cNvPr>
                  <p:cNvCxnSpPr>
                    <a:cxnSpLocks/>
                    <a:stCxn id="616" idx="4"/>
                    <a:endCxn id="653" idx="0"/>
                  </p:cNvCxnSpPr>
                  <p:nvPr/>
                </p:nvCxnSpPr>
                <p:spPr>
                  <a:xfrm>
                    <a:off x="21835886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4" name="Straight Connector 623">
                    <a:extLst>
                      <a:ext uri="{FF2B5EF4-FFF2-40B4-BE49-F238E27FC236}">
                        <a16:creationId xmlns:a16="http://schemas.microsoft.com/office/drawing/2014/main" id="{EF83D654-D4E4-83A4-53A5-0F0F59AA3208}"/>
                      </a:ext>
                    </a:extLst>
                  </p:cNvPr>
                  <p:cNvCxnSpPr>
                    <a:cxnSpLocks/>
                    <a:stCxn id="616" idx="4"/>
                    <a:endCxn id="654" idx="1"/>
                  </p:cNvCxnSpPr>
                  <p:nvPr/>
                </p:nvCxnSpPr>
                <p:spPr>
                  <a:xfrm>
                    <a:off x="21835886" y="10948667"/>
                    <a:ext cx="38857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5" name="Straight Connector 624">
                    <a:extLst>
                      <a:ext uri="{FF2B5EF4-FFF2-40B4-BE49-F238E27FC236}">
                        <a16:creationId xmlns:a16="http://schemas.microsoft.com/office/drawing/2014/main" id="{A4F8C637-82A6-4BF8-3582-0406821F1166}"/>
                      </a:ext>
                    </a:extLst>
                  </p:cNvPr>
                  <p:cNvCxnSpPr>
                    <a:cxnSpLocks/>
                    <a:stCxn id="616" idx="4"/>
                    <a:endCxn id="656" idx="0"/>
                  </p:cNvCxnSpPr>
                  <p:nvPr/>
                </p:nvCxnSpPr>
                <p:spPr>
                  <a:xfrm flipH="1">
                    <a:off x="20849095" y="10948667"/>
                    <a:ext cx="986791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6" name="Straight Connector 625">
                    <a:extLst>
                      <a:ext uri="{FF2B5EF4-FFF2-40B4-BE49-F238E27FC236}">
                        <a16:creationId xmlns:a16="http://schemas.microsoft.com/office/drawing/2014/main" id="{AEE0647E-4164-6CEF-0A32-CEF693792D27}"/>
                      </a:ext>
                    </a:extLst>
                  </p:cNvPr>
                  <p:cNvCxnSpPr>
                    <a:cxnSpLocks/>
                    <a:stCxn id="615" idx="4"/>
                    <a:endCxn id="655" idx="1"/>
                  </p:cNvCxnSpPr>
                  <p:nvPr/>
                </p:nvCxnSpPr>
                <p:spPr>
                  <a:xfrm>
                    <a:off x="21332692" y="10948667"/>
                    <a:ext cx="13217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7" name="Straight Connector 626">
                    <a:extLst>
                      <a:ext uri="{FF2B5EF4-FFF2-40B4-BE49-F238E27FC236}">
                        <a16:creationId xmlns:a16="http://schemas.microsoft.com/office/drawing/2014/main" id="{D3BE6014-07E8-3673-1F85-7C501817F7E3}"/>
                      </a:ext>
                    </a:extLst>
                  </p:cNvPr>
                  <p:cNvCxnSpPr>
                    <a:cxnSpLocks/>
                    <a:stCxn id="615" idx="4"/>
                    <a:endCxn id="653" idx="0"/>
                  </p:cNvCxnSpPr>
                  <p:nvPr/>
                </p:nvCxnSpPr>
                <p:spPr>
                  <a:xfrm>
                    <a:off x="21332692" y="10948667"/>
                    <a:ext cx="503194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8" name="Straight Connector 627">
                    <a:extLst>
                      <a:ext uri="{FF2B5EF4-FFF2-40B4-BE49-F238E27FC236}">
                        <a16:creationId xmlns:a16="http://schemas.microsoft.com/office/drawing/2014/main" id="{BB8968DD-D9E2-8F1D-7F24-54004D60DEBA}"/>
                      </a:ext>
                    </a:extLst>
                  </p:cNvPr>
                  <p:cNvCxnSpPr>
                    <a:cxnSpLocks/>
                    <a:stCxn id="615" idx="4"/>
                    <a:endCxn id="654" idx="1"/>
                  </p:cNvCxnSpPr>
                  <p:nvPr/>
                </p:nvCxnSpPr>
                <p:spPr>
                  <a:xfrm>
                    <a:off x="21332692" y="10948667"/>
                    <a:ext cx="89176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9" name="Straight Connector 628">
                    <a:extLst>
                      <a:ext uri="{FF2B5EF4-FFF2-40B4-BE49-F238E27FC236}">
                        <a16:creationId xmlns:a16="http://schemas.microsoft.com/office/drawing/2014/main" id="{92B70749-4770-AB49-8A98-F6336D2D444D}"/>
                      </a:ext>
                    </a:extLst>
                  </p:cNvPr>
                  <p:cNvCxnSpPr>
                    <a:cxnSpLocks/>
                    <a:stCxn id="615" idx="4"/>
                    <a:endCxn id="652" idx="0"/>
                  </p:cNvCxnSpPr>
                  <p:nvPr/>
                </p:nvCxnSpPr>
                <p:spPr>
                  <a:xfrm>
                    <a:off x="21332692" y="10948667"/>
                    <a:ext cx="0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0" name="Straight Connector 629">
                    <a:extLst>
                      <a:ext uri="{FF2B5EF4-FFF2-40B4-BE49-F238E27FC236}">
                        <a16:creationId xmlns:a16="http://schemas.microsoft.com/office/drawing/2014/main" id="{0851C7BD-8C40-6322-8828-03C06D3F26FE}"/>
                      </a:ext>
                    </a:extLst>
                  </p:cNvPr>
                  <p:cNvCxnSpPr>
                    <a:cxnSpLocks/>
                    <a:stCxn id="616" idx="4"/>
                    <a:endCxn id="655" idx="1"/>
                  </p:cNvCxnSpPr>
                  <p:nvPr/>
                </p:nvCxnSpPr>
                <p:spPr>
                  <a:xfrm>
                    <a:off x="21835886" y="10948667"/>
                    <a:ext cx="818585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1" name="Straight Connector 630">
                    <a:extLst>
                      <a:ext uri="{FF2B5EF4-FFF2-40B4-BE49-F238E27FC236}">
                        <a16:creationId xmlns:a16="http://schemas.microsoft.com/office/drawing/2014/main" id="{E50A1398-700E-5A97-08A6-B5F00BC66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855482" y="10943294"/>
                    <a:ext cx="483597" cy="445374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2" name="Straight Connector 631">
                    <a:extLst>
                      <a:ext uri="{FF2B5EF4-FFF2-40B4-BE49-F238E27FC236}">
                        <a16:creationId xmlns:a16="http://schemas.microsoft.com/office/drawing/2014/main" id="{C536E981-3F0D-B60C-9A94-1020A3281791}"/>
                      </a:ext>
                    </a:extLst>
                  </p:cNvPr>
                  <p:cNvCxnSpPr>
                    <a:cxnSpLocks/>
                    <a:stCxn id="617" idx="4"/>
                    <a:endCxn id="654" idx="1"/>
                  </p:cNvCxnSpPr>
                  <p:nvPr/>
                </p:nvCxnSpPr>
                <p:spPr>
                  <a:xfrm flipH="1">
                    <a:off x="22224461" y="10948667"/>
                    <a:ext cx="127279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3" name="Straight Connector 632">
                    <a:extLst>
                      <a:ext uri="{FF2B5EF4-FFF2-40B4-BE49-F238E27FC236}">
                        <a16:creationId xmlns:a16="http://schemas.microsoft.com/office/drawing/2014/main" id="{0C862414-F437-3932-AB27-E012CE359036}"/>
                      </a:ext>
                    </a:extLst>
                  </p:cNvPr>
                  <p:cNvCxnSpPr>
                    <a:cxnSpLocks/>
                    <a:endCxn id="652" idx="0"/>
                  </p:cNvCxnSpPr>
                  <p:nvPr/>
                </p:nvCxnSpPr>
                <p:spPr>
                  <a:xfrm flipH="1">
                    <a:off x="21332692" y="10943294"/>
                    <a:ext cx="1006387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4" name="Straight Connector 633">
                    <a:extLst>
                      <a:ext uri="{FF2B5EF4-FFF2-40B4-BE49-F238E27FC236}">
                        <a16:creationId xmlns:a16="http://schemas.microsoft.com/office/drawing/2014/main" id="{46198694-5C0B-15A9-E40E-790006C9ACFB}"/>
                      </a:ext>
                    </a:extLst>
                  </p:cNvPr>
                  <p:cNvCxnSpPr>
                    <a:cxnSpLocks/>
                    <a:endCxn id="653" idx="0"/>
                  </p:cNvCxnSpPr>
                  <p:nvPr/>
                </p:nvCxnSpPr>
                <p:spPr>
                  <a:xfrm flipH="1">
                    <a:off x="21835886" y="10943294"/>
                    <a:ext cx="503193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5" name="Straight Connector 634">
                    <a:extLst>
                      <a:ext uri="{FF2B5EF4-FFF2-40B4-BE49-F238E27FC236}">
                        <a16:creationId xmlns:a16="http://schemas.microsoft.com/office/drawing/2014/main" id="{D81FD289-B6E3-9683-7473-EE88CF50DC5A}"/>
                      </a:ext>
                    </a:extLst>
                  </p:cNvPr>
                  <p:cNvCxnSpPr>
                    <a:cxnSpLocks/>
                    <a:endCxn id="656" idx="0"/>
                  </p:cNvCxnSpPr>
                  <p:nvPr/>
                </p:nvCxnSpPr>
                <p:spPr>
                  <a:xfrm flipH="1">
                    <a:off x="20849095" y="10943294"/>
                    <a:ext cx="1489984" cy="450747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6" name="Straight Connector 635">
                    <a:extLst>
                      <a:ext uri="{FF2B5EF4-FFF2-40B4-BE49-F238E27FC236}">
                        <a16:creationId xmlns:a16="http://schemas.microsoft.com/office/drawing/2014/main" id="{80ADC37E-8147-1E2D-8F7E-4AA1C18287CC}"/>
                      </a:ext>
                    </a:extLst>
                  </p:cNvPr>
                  <p:cNvCxnSpPr>
                    <a:cxnSpLocks/>
                    <a:stCxn id="617" idx="4"/>
                    <a:endCxn id="655" idx="1"/>
                  </p:cNvCxnSpPr>
                  <p:nvPr/>
                </p:nvCxnSpPr>
                <p:spPr>
                  <a:xfrm>
                    <a:off x="22351740" y="10948667"/>
                    <a:ext cx="302731" cy="498095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7" name="Straight Connector 636">
                    <a:extLst>
                      <a:ext uri="{FF2B5EF4-FFF2-40B4-BE49-F238E27FC236}">
                        <a16:creationId xmlns:a16="http://schemas.microsoft.com/office/drawing/2014/main" id="{5C419D28-53E6-F776-F35B-C7253DB5186E}"/>
                      </a:ext>
                    </a:extLst>
                  </p:cNvPr>
                  <p:cNvCxnSpPr>
                    <a:cxnSpLocks/>
                    <a:stCxn id="652" idx="4"/>
                    <a:endCxn id="618" idx="0"/>
                  </p:cNvCxnSpPr>
                  <p:nvPr/>
                </p:nvCxnSpPr>
                <p:spPr>
                  <a:xfrm>
                    <a:off x="21332692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8" name="Straight Connector 637">
                    <a:extLst>
                      <a:ext uri="{FF2B5EF4-FFF2-40B4-BE49-F238E27FC236}">
                        <a16:creationId xmlns:a16="http://schemas.microsoft.com/office/drawing/2014/main" id="{EB83CC09-D7C5-68F8-4792-3532584E0BE3}"/>
                      </a:ext>
                    </a:extLst>
                  </p:cNvPr>
                  <p:cNvCxnSpPr>
                    <a:cxnSpLocks/>
                    <a:stCxn id="653" idx="4"/>
                    <a:endCxn id="618" idx="0"/>
                  </p:cNvCxnSpPr>
                  <p:nvPr/>
                </p:nvCxnSpPr>
                <p:spPr>
                  <a:xfrm flipH="1"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9" name="Straight Connector 638">
                    <a:extLst>
                      <a:ext uri="{FF2B5EF4-FFF2-40B4-BE49-F238E27FC236}">
                        <a16:creationId xmlns:a16="http://schemas.microsoft.com/office/drawing/2014/main" id="{39C16F44-0E24-831F-BE12-11BFFC92E2AF}"/>
                      </a:ext>
                    </a:extLst>
                  </p:cNvPr>
                  <p:cNvCxnSpPr>
                    <a:cxnSpLocks/>
                    <a:stCxn id="656" idx="4"/>
                    <a:endCxn id="618" idx="0"/>
                  </p:cNvCxnSpPr>
                  <p:nvPr/>
                </p:nvCxnSpPr>
                <p:spPr>
                  <a:xfrm>
                    <a:off x="20849095" y="11754041"/>
                    <a:ext cx="483597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0" name="Straight Connector 639">
                    <a:extLst>
                      <a:ext uri="{FF2B5EF4-FFF2-40B4-BE49-F238E27FC236}">
                        <a16:creationId xmlns:a16="http://schemas.microsoft.com/office/drawing/2014/main" id="{ACA8FB2E-38F9-31D6-F4CD-BEDF499314DC}"/>
                      </a:ext>
                    </a:extLst>
                  </p:cNvPr>
                  <p:cNvCxnSpPr>
                    <a:cxnSpLocks/>
                    <a:stCxn id="654" idx="4"/>
                    <a:endCxn id="618" idx="0"/>
                  </p:cNvCxnSpPr>
                  <p:nvPr/>
                </p:nvCxnSpPr>
                <p:spPr>
                  <a:xfrm flipH="1"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1" name="Straight Connector 640">
                    <a:extLst>
                      <a:ext uri="{FF2B5EF4-FFF2-40B4-BE49-F238E27FC236}">
                        <a16:creationId xmlns:a16="http://schemas.microsoft.com/office/drawing/2014/main" id="{BC922BFE-D389-0EFA-B5D7-4DD38F02866D}"/>
                      </a:ext>
                    </a:extLst>
                  </p:cNvPr>
                  <p:cNvCxnSpPr>
                    <a:cxnSpLocks/>
                    <a:stCxn id="655" idx="4"/>
                    <a:endCxn id="618" idx="0"/>
                  </p:cNvCxnSpPr>
                  <p:nvPr/>
                </p:nvCxnSpPr>
                <p:spPr>
                  <a:xfrm flipH="1">
                    <a:off x="21332692" y="11754041"/>
                    <a:ext cx="144905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2" name="Straight Connector 641">
                    <a:extLst>
                      <a:ext uri="{FF2B5EF4-FFF2-40B4-BE49-F238E27FC236}">
                        <a16:creationId xmlns:a16="http://schemas.microsoft.com/office/drawing/2014/main" id="{4CCDCE47-5D55-9F69-0467-F93DE6F527FC}"/>
                      </a:ext>
                    </a:extLst>
                  </p:cNvPr>
                  <p:cNvCxnSpPr>
                    <a:cxnSpLocks/>
                    <a:stCxn id="652" idx="4"/>
                    <a:endCxn id="619" idx="0"/>
                  </p:cNvCxnSpPr>
                  <p:nvPr/>
                </p:nvCxnSpPr>
                <p:spPr>
                  <a:xfrm>
                    <a:off x="21332692" y="11754041"/>
                    <a:ext cx="50319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3" name="Straight Connector 642">
                    <a:extLst>
                      <a:ext uri="{FF2B5EF4-FFF2-40B4-BE49-F238E27FC236}">
                        <a16:creationId xmlns:a16="http://schemas.microsoft.com/office/drawing/2014/main" id="{EB3FBA19-BF7F-CC57-CAB1-5AACED00BE0B}"/>
                      </a:ext>
                    </a:extLst>
                  </p:cNvPr>
                  <p:cNvCxnSpPr>
                    <a:cxnSpLocks/>
                    <a:stCxn id="653" idx="4"/>
                    <a:endCxn id="619" idx="0"/>
                  </p:cNvCxnSpPr>
                  <p:nvPr/>
                </p:nvCxnSpPr>
                <p:spPr>
                  <a:xfrm>
                    <a:off x="21835886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4" name="Straight Connector 643">
                    <a:extLst>
                      <a:ext uri="{FF2B5EF4-FFF2-40B4-BE49-F238E27FC236}">
                        <a16:creationId xmlns:a16="http://schemas.microsoft.com/office/drawing/2014/main" id="{9754F995-2847-2DC7-92CB-1D7E441E6D00}"/>
                      </a:ext>
                    </a:extLst>
                  </p:cNvPr>
                  <p:cNvCxnSpPr>
                    <a:cxnSpLocks/>
                    <a:stCxn id="656" idx="4"/>
                    <a:endCxn id="619" idx="0"/>
                  </p:cNvCxnSpPr>
                  <p:nvPr/>
                </p:nvCxnSpPr>
                <p:spPr>
                  <a:xfrm>
                    <a:off x="20849095" y="11754041"/>
                    <a:ext cx="986791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5" name="Straight Connector 644">
                    <a:extLst>
                      <a:ext uri="{FF2B5EF4-FFF2-40B4-BE49-F238E27FC236}">
                        <a16:creationId xmlns:a16="http://schemas.microsoft.com/office/drawing/2014/main" id="{C94AF9BE-CFFF-B525-E553-EC4402E82A55}"/>
                      </a:ext>
                    </a:extLst>
                  </p:cNvPr>
                  <p:cNvCxnSpPr>
                    <a:cxnSpLocks/>
                    <a:stCxn id="654" idx="4"/>
                    <a:endCxn id="619" idx="0"/>
                  </p:cNvCxnSpPr>
                  <p:nvPr/>
                </p:nvCxnSpPr>
                <p:spPr>
                  <a:xfrm flipH="1"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6" name="Straight Connector 645">
                    <a:extLst>
                      <a:ext uri="{FF2B5EF4-FFF2-40B4-BE49-F238E27FC236}">
                        <a16:creationId xmlns:a16="http://schemas.microsoft.com/office/drawing/2014/main" id="{57CB37DF-E834-65B2-FA0A-E8265FCBCBC3}"/>
                      </a:ext>
                    </a:extLst>
                  </p:cNvPr>
                  <p:cNvCxnSpPr>
                    <a:cxnSpLocks/>
                    <a:stCxn id="655" idx="4"/>
                    <a:endCxn id="619" idx="0"/>
                  </p:cNvCxnSpPr>
                  <p:nvPr/>
                </p:nvCxnSpPr>
                <p:spPr>
                  <a:xfrm flipH="1">
                    <a:off x="21835886" y="11754041"/>
                    <a:ext cx="94586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7" name="Straight Connector 646">
                    <a:extLst>
                      <a:ext uri="{FF2B5EF4-FFF2-40B4-BE49-F238E27FC236}">
                        <a16:creationId xmlns:a16="http://schemas.microsoft.com/office/drawing/2014/main" id="{3FBD559C-A2DC-C57E-AF55-1F0E5B39E42B}"/>
                      </a:ext>
                    </a:extLst>
                  </p:cNvPr>
                  <p:cNvCxnSpPr>
                    <a:cxnSpLocks/>
                    <a:stCxn id="654" idx="4"/>
                    <a:endCxn id="620" idx="0"/>
                  </p:cNvCxnSpPr>
                  <p:nvPr/>
                </p:nvCxnSpPr>
                <p:spPr>
                  <a:xfrm>
                    <a:off x="22351740" y="11754041"/>
                    <a:ext cx="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8" name="Straight Connector 647">
                    <a:extLst>
                      <a:ext uri="{FF2B5EF4-FFF2-40B4-BE49-F238E27FC236}">
                        <a16:creationId xmlns:a16="http://schemas.microsoft.com/office/drawing/2014/main" id="{299918CC-35ED-2C59-FF8F-16438A3C5906}"/>
                      </a:ext>
                    </a:extLst>
                  </p:cNvPr>
                  <p:cNvCxnSpPr>
                    <a:cxnSpLocks/>
                    <a:stCxn id="655" idx="4"/>
                    <a:endCxn id="620" idx="0"/>
                  </p:cNvCxnSpPr>
                  <p:nvPr/>
                </p:nvCxnSpPr>
                <p:spPr>
                  <a:xfrm flipH="1">
                    <a:off x="22351740" y="11754041"/>
                    <a:ext cx="430010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9" name="Straight Connector 648">
                    <a:extLst>
                      <a:ext uri="{FF2B5EF4-FFF2-40B4-BE49-F238E27FC236}">
                        <a16:creationId xmlns:a16="http://schemas.microsoft.com/office/drawing/2014/main" id="{20C2E56B-5504-FE92-758B-43D8B2B4C515}"/>
                      </a:ext>
                    </a:extLst>
                  </p:cNvPr>
                  <p:cNvCxnSpPr>
                    <a:cxnSpLocks/>
                    <a:stCxn id="653" idx="4"/>
                    <a:endCxn id="620" idx="0"/>
                  </p:cNvCxnSpPr>
                  <p:nvPr/>
                </p:nvCxnSpPr>
                <p:spPr>
                  <a:xfrm>
                    <a:off x="21835886" y="11754041"/>
                    <a:ext cx="515854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0" name="Straight Connector 649">
                    <a:extLst>
                      <a:ext uri="{FF2B5EF4-FFF2-40B4-BE49-F238E27FC236}">
                        <a16:creationId xmlns:a16="http://schemas.microsoft.com/office/drawing/2014/main" id="{BBD62E57-70E4-22F7-0C48-52F68CA87AA6}"/>
                      </a:ext>
                    </a:extLst>
                  </p:cNvPr>
                  <p:cNvCxnSpPr>
                    <a:cxnSpLocks/>
                    <a:stCxn id="656" idx="4"/>
                    <a:endCxn id="620" idx="0"/>
                  </p:cNvCxnSpPr>
                  <p:nvPr/>
                </p:nvCxnSpPr>
                <p:spPr>
                  <a:xfrm>
                    <a:off x="20849095" y="11754041"/>
                    <a:ext cx="1502645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1" name="Straight Connector 650">
                    <a:extLst>
                      <a:ext uri="{FF2B5EF4-FFF2-40B4-BE49-F238E27FC236}">
                        <a16:creationId xmlns:a16="http://schemas.microsoft.com/office/drawing/2014/main" id="{F51019F4-6FC3-BF5B-3579-1BEB5C934A7D}"/>
                      </a:ext>
                    </a:extLst>
                  </p:cNvPr>
                  <p:cNvCxnSpPr>
                    <a:cxnSpLocks/>
                    <a:stCxn id="652" idx="4"/>
                    <a:endCxn id="620" idx="0"/>
                  </p:cNvCxnSpPr>
                  <p:nvPr/>
                </p:nvCxnSpPr>
                <p:spPr>
                  <a:xfrm>
                    <a:off x="21332692" y="11754041"/>
                    <a:ext cx="1019048" cy="450738"/>
                  </a:xfrm>
                  <a:prstGeom prst="line">
                    <a:avLst/>
                  </a:prstGeom>
                  <a:noFill/>
                  <a:ln w="190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</a:ln>
                  <a:effectLst/>
                </p:spPr>
              </p:cxnSp>
              <p:sp>
                <p:nvSpPr>
                  <p:cNvPr id="652" name="Oval 651">
                    <a:extLst>
                      <a:ext uri="{FF2B5EF4-FFF2-40B4-BE49-F238E27FC236}">
                        <a16:creationId xmlns:a16="http://schemas.microsoft.com/office/drawing/2014/main" id="{1CC7A933-7B6F-FC6A-DBB9-C9DB001B5069}"/>
                      </a:ext>
                    </a:extLst>
                  </p:cNvPr>
                  <p:cNvSpPr/>
                  <p:nvPr/>
                </p:nvSpPr>
                <p:spPr>
                  <a:xfrm>
                    <a:off x="21152692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3" name="Oval 652">
                    <a:extLst>
                      <a:ext uri="{FF2B5EF4-FFF2-40B4-BE49-F238E27FC236}">
                        <a16:creationId xmlns:a16="http://schemas.microsoft.com/office/drawing/2014/main" id="{8A035672-C723-1D73-14AA-047BA8623F08}"/>
                      </a:ext>
                    </a:extLst>
                  </p:cNvPr>
                  <p:cNvSpPr/>
                  <p:nvPr/>
                </p:nvSpPr>
                <p:spPr>
                  <a:xfrm>
                    <a:off x="21655886" y="11394042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4" name="Oval 653">
                    <a:extLst>
                      <a:ext uri="{FF2B5EF4-FFF2-40B4-BE49-F238E27FC236}">
                        <a16:creationId xmlns:a16="http://schemas.microsoft.com/office/drawing/2014/main" id="{AA5EC123-CA35-6A36-3E36-92D5FC1983FF}"/>
                      </a:ext>
                    </a:extLst>
                  </p:cNvPr>
                  <p:cNvSpPr/>
                  <p:nvPr/>
                </p:nvSpPr>
                <p:spPr>
                  <a:xfrm>
                    <a:off x="2217174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5" name="Oval 654">
                    <a:extLst>
                      <a:ext uri="{FF2B5EF4-FFF2-40B4-BE49-F238E27FC236}">
                        <a16:creationId xmlns:a16="http://schemas.microsoft.com/office/drawing/2014/main" id="{712CAF9E-C0AC-CA67-B9FE-EA288504759D}"/>
                      </a:ext>
                    </a:extLst>
                  </p:cNvPr>
                  <p:cNvSpPr/>
                  <p:nvPr/>
                </p:nvSpPr>
                <p:spPr>
                  <a:xfrm>
                    <a:off x="22601750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6" name="Oval 655">
                    <a:extLst>
                      <a:ext uri="{FF2B5EF4-FFF2-40B4-BE49-F238E27FC236}">
                        <a16:creationId xmlns:a16="http://schemas.microsoft.com/office/drawing/2014/main" id="{1649EE36-F1F2-71FF-EB5D-C0FBD25E168D}"/>
                      </a:ext>
                    </a:extLst>
                  </p:cNvPr>
                  <p:cNvSpPr/>
                  <p:nvPr/>
                </p:nvSpPr>
                <p:spPr>
                  <a:xfrm>
                    <a:off x="20669095" y="11394041"/>
                    <a:ext cx="360000" cy="360000"/>
                  </a:xfrm>
                  <a:prstGeom prst="ellipse">
                    <a:avLst/>
                  </a:prstGeom>
                  <a:solidFill>
                    <a:srgbClr val="E06666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7" name="Oval 656">
                    <a:extLst>
                      <a:ext uri="{FF2B5EF4-FFF2-40B4-BE49-F238E27FC236}">
                        <a16:creationId xmlns:a16="http://schemas.microsoft.com/office/drawing/2014/main" id="{3748A20A-E3D6-7DF3-FBAA-EFBE0C75C810}"/>
                      </a:ext>
                    </a:extLst>
                  </p:cNvPr>
                  <p:cNvSpPr/>
                  <p:nvPr/>
                </p:nvSpPr>
                <p:spPr>
                  <a:xfrm>
                    <a:off x="21183198" y="10592644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8" name="Oval 657">
                    <a:extLst>
                      <a:ext uri="{FF2B5EF4-FFF2-40B4-BE49-F238E27FC236}">
                        <a16:creationId xmlns:a16="http://schemas.microsoft.com/office/drawing/2014/main" id="{60AFB00B-38DD-5682-5224-0BA99FE61809}"/>
                      </a:ext>
                    </a:extLst>
                  </p:cNvPr>
                  <p:cNvSpPr/>
                  <p:nvPr/>
                </p:nvSpPr>
                <p:spPr>
                  <a:xfrm>
                    <a:off x="21686391" y="10592644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9" name="Oval 658">
                    <a:extLst>
                      <a:ext uri="{FF2B5EF4-FFF2-40B4-BE49-F238E27FC236}">
                        <a16:creationId xmlns:a16="http://schemas.microsoft.com/office/drawing/2014/main" id="{CDA76744-27BA-1E73-3FD0-952E0252F270}"/>
                      </a:ext>
                    </a:extLst>
                  </p:cNvPr>
                  <p:cNvSpPr/>
                  <p:nvPr/>
                </p:nvSpPr>
                <p:spPr>
                  <a:xfrm>
                    <a:off x="22202245" y="10592644"/>
                    <a:ext cx="360000" cy="36000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190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4176515">
                      <a:defRPr/>
                    </a:pPr>
                    <a:endParaRPr lang="en-US" sz="4800" kern="0">
                      <a:solidFill>
                        <a:prstClr val="whit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476" name="Group 475">
                <a:extLst>
                  <a:ext uri="{FF2B5EF4-FFF2-40B4-BE49-F238E27FC236}">
                    <a16:creationId xmlns:a16="http://schemas.microsoft.com/office/drawing/2014/main" id="{091074F4-2AA9-526F-A4ED-796E3416AA95}"/>
                  </a:ext>
                </a:extLst>
              </p:cNvPr>
              <p:cNvGrpSpPr/>
              <p:nvPr/>
            </p:nvGrpSpPr>
            <p:grpSpPr>
              <a:xfrm>
                <a:off x="20102159" y="13987438"/>
                <a:ext cx="1212273" cy="1015664"/>
                <a:chOff x="20669095" y="10588667"/>
                <a:chExt cx="2292655" cy="1976112"/>
              </a:xfrm>
            </p:grpSpPr>
            <p:sp>
              <p:nvSpPr>
                <p:cNvPr id="567" name="Oval 566">
                  <a:extLst>
                    <a:ext uri="{FF2B5EF4-FFF2-40B4-BE49-F238E27FC236}">
                      <a16:creationId xmlns:a16="http://schemas.microsoft.com/office/drawing/2014/main" id="{E765D387-F420-C1AB-0C24-57BFE49EE799}"/>
                    </a:ext>
                  </a:extLst>
                </p:cNvPr>
                <p:cNvSpPr/>
                <p:nvPr/>
              </p:nvSpPr>
              <p:spPr>
                <a:xfrm>
                  <a:off x="21152692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8" name="Oval 567">
                  <a:extLst>
                    <a:ext uri="{FF2B5EF4-FFF2-40B4-BE49-F238E27FC236}">
                      <a16:creationId xmlns:a16="http://schemas.microsoft.com/office/drawing/2014/main" id="{B459F9B2-12AE-3982-1964-A5971B972C1A}"/>
                    </a:ext>
                  </a:extLst>
                </p:cNvPr>
                <p:cNvSpPr/>
                <p:nvPr/>
              </p:nvSpPr>
              <p:spPr>
                <a:xfrm>
                  <a:off x="21655886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9" name="Oval 568">
                  <a:extLst>
                    <a:ext uri="{FF2B5EF4-FFF2-40B4-BE49-F238E27FC236}">
                      <a16:creationId xmlns:a16="http://schemas.microsoft.com/office/drawing/2014/main" id="{31931FD5-784B-2D36-5EE1-2C6C82D496C4}"/>
                    </a:ext>
                  </a:extLst>
                </p:cNvPr>
                <p:cNvSpPr/>
                <p:nvPr/>
              </p:nvSpPr>
              <p:spPr>
                <a:xfrm>
                  <a:off x="22171740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0" name="Oval 569">
                  <a:extLst>
                    <a:ext uri="{FF2B5EF4-FFF2-40B4-BE49-F238E27FC236}">
                      <a16:creationId xmlns:a16="http://schemas.microsoft.com/office/drawing/2014/main" id="{D8804240-FF83-D425-C120-0A2E218FBCFE}"/>
                    </a:ext>
                  </a:extLst>
                </p:cNvPr>
                <p:cNvSpPr/>
                <p:nvPr/>
              </p:nvSpPr>
              <p:spPr>
                <a:xfrm>
                  <a:off x="21152692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1" name="Oval 570">
                  <a:extLst>
                    <a:ext uri="{FF2B5EF4-FFF2-40B4-BE49-F238E27FC236}">
                      <a16:creationId xmlns:a16="http://schemas.microsoft.com/office/drawing/2014/main" id="{CECB0713-E0B6-2593-09E9-A5EE4E54411A}"/>
                    </a:ext>
                  </a:extLst>
                </p:cNvPr>
                <p:cNvSpPr/>
                <p:nvPr/>
              </p:nvSpPr>
              <p:spPr>
                <a:xfrm>
                  <a:off x="21655886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2" name="Oval 571">
                  <a:extLst>
                    <a:ext uri="{FF2B5EF4-FFF2-40B4-BE49-F238E27FC236}">
                      <a16:creationId xmlns:a16="http://schemas.microsoft.com/office/drawing/2014/main" id="{1B86E7FA-469E-1AFC-F11A-CD51544A1DC0}"/>
                    </a:ext>
                  </a:extLst>
                </p:cNvPr>
                <p:cNvSpPr/>
                <p:nvPr/>
              </p:nvSpPr>
              <p:spPr>
                <a:xfrm>
                  <a:off x="22171740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F9F7AA69-95CA-1403-3DFF-DF0EC86BD55A}"/>
                    </a:ext>
                  </a:extLst>
                </p:cNvPr>
                <p:cNvCxnSpPr>
                  <a:cxnSpLocks/>
                  <a:stCxn id="567" idx="4"/>
                  <a:endCxn id="608" idx="0"/>
                </p:cNvCxnSpPr>
                <p:nvPr/>
              </p:nvCxnSpPr>
              <p:spPr>
                <a:xfrm flipH="1">
                  <a:off x="20849095" y="10948667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A840D279-52CA-C4F1-7243-65E8B3E3AC31}"/>
                    </a:ext>
                  </a:extLst>
                </p:cNvPr>
                <p:cNvCxnSpPr>
                  <a:cxnSpLocks/>
                  <a:stCxn id="568" idx="4"/>
                  <a:endCxn id="604" idx="0"/>
                </p:cNvCxnSpPr>
                <p:nvPr/>
              </p:nvCxnSpPr>
              <p:spPr>
                <a:xfrm flipH="1"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5" name="Straight Connector 574">
                  <a:extLst>
                    <a:ext uri="{FF2B5EF4-FFF2-40B4-BE49-F238E27FC236}">
                      <a16:creationId xmlns:a16="http://schemas.microsoft.com/office/drawing/2014/main" id="{E615B7C6-49AD-AC94-F804-7B13064D8968}"/>
                    </a:ext>
                  </a:extLst>
                </p:cNvPr>
                <p:cNvCxnSpPr>
                  <a:cxnSpLocks/>
                  <a:stCxn id="568" idx="4"/>
                  <a:endCxn id="605" idx="0"/>
                </p:cNvCxnSpPr>
                <p:nvPr/>
              </p:nvCxnSpPr>
              <p:spPr>
                <a:xfrm>
                  <a:off x="21835886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6D0B72E6-032B-8299-54DC-1572084DDFB3}"/>
                    </a:ext>
                  </a:extLst>
                </p:cNvPr>
                <p:cNvCxnSpPr>
                  <a:cxnSpLocks/>
                  <a:stCxn id="568" idx="4"/>
                  <a:endCxn id="606" idx="1"/>
                </p:cNvCxnSpPr>
                <p:nvPr/>
              </p:nvCxnSpPr>
              <p:spPr>
                <a:xfrm>
                  <a:off x="21835886" y="10948667"/>
                  <a:ext cx="38857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C8E90D89-BB7A-7D8D-ED4A-7164E45A8BC1}"/>
                    </a:ext>
                  </a:extLst>
                </p:cNvPr>
                <p:cNvCxnSpPr>
                  <a:cxnSpLocks/>
                  <a:stCxn id="568" idx="4"/>
                  <a:endCxn id="608" idx="0"/>
                </p:cNvCxnSpPr>
                <p:nvPr/>
              </p:nvCxnSpPr>
              <p:spPr>
                <a:xfrm flipH="1">
                  <a:off x="20849095" y="10948667"/>
                  <a:ext cx="986791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9B36A3DC-94A7-70EA-86FB-5D36F144F944}"/>
                    </a:ext>
                  </a:extLst>
                </p:cNvPr>
                <p:cNvCxnSpPr>
                  <a:cxnSpLocks/>
                  <a:stCxn id="567" idx="4"/>
                  <a:endCxn id="607" idx="1"/>
                </p:cNvCxnSpPr>
                <p:nvPr/>
              </p:nvCxnSpPr>
              <p:spPr>
                <a:xfrm>
                  <a:off x="21332692" y="10948667"/>
                  <a:ext cx="13217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2D74BDA7-98E5-0F7A-5F0C-F34E4E82971A}"/>
                    </a:ext>
                  </a:extLst>
                </p:cNvPr>
                <p:cNvCxnSpPr>
                  <a:cxnSpLocks/>
                  <a:stCxn id="567" idx="4"/>
                  <a:endCxn id="605" idx="0"/>
                </p:cNvCxnSpPr>
                <p:nvPr/>
              </p:nvCxnSpPr>
              <p:spPr>
                <a:xfrm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106428B2-31D9-AA4B-AC03-F8969F8D9380}"/>
                    </a:ext>
                  </a:extLst>
                </p:cNvPr>
                <p:cNvCxnSpPr>
                  <a:cxnSpLocks/>
                  <a:stCxn id="567" idx="4"/>
                  <a:endCxn id="606" idx="1"/>
                </p:cNvCxnSpPr>
                <p:nvPr/>
              </p:nvCxnSpPr>
              <p:spPr>
                <a:xfrm>
                  <a:off x="21332692" y="10948667"/>
                  <a:ext cx="89176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DD931F9D-CD08-3432-AF8D-3131A56C6E87}"/>
                    </a:ext>
                  </a:extLst>
                </p:cNvPr>
                <p:cNvCxnSpPr>
                  <a:cxnSpLocks/>
                  <a:stCxn id="567" idx="4"/>
                  <a:endCxn id="604" idx="0"/>
                </p:cNvCxnSpPr>
                <p:nvPr/>
              </p:nvCxnSpPr>
              <p:spPr>
                <a:xfrm>
                  <a:off x="21332692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51342963-D8DB-0E1A-3B86-429F017E5B3D}"/>
                    </a:ext>
                  </a:extLst>
                </p:cNvPr>
                <p:cNvCxnSpPr>
                  <a:cxnSpLocks/>
                  <a:stCxn id="568" idx="4"/>
                  <a:endCxn id="607" idx="1"/>
                </p:cNvCxnSpPr>
                <p:nvPr/>
              </p:nvCxnSpPr>
              <p:spPr>
                <a:xfrm>
                  <a:off x="21835886" y="10948667"/>
                  <a:ext cx="81858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5AC67F79-ABD7-C806-A0BB-AD1155A96C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5482" y="10943294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38A29B29-D334-4602-38E9-3FA76A36BF40}"/>
                    </a:ext>
                  </a:extLst>
                </p:cNvPr>
                <p:cNvCxnSpPr>
                  <a:cxnSpLocks/>
                  <a:stCxn id="569" idx="4"/>
                  <a:endCxn id="606" idx="1"/>
                </p:cNvCxnSpPr>
                <p:nvPr/>
              </p:nvCxnSpPr>
              <p:spPr>
                <a:xfrm flipH="1">
                  <a:off x="22224461" y="10948667"/>
                  <a:ext cx="1272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2246BEF7-4C5B-723E-59DF-55BA63324D84}"/>
                    </a:ext>
                  </a:extLst>
                </p:cNvPr>
                <p:cNvCxnSpPr>
                  <a:cxnSpLocks/>
                  <a:endCxn id="604" idx="0"/>
                </p:cNvCxnSpPr>
                <p:nvPr/>
              </p:nvCxnSpPr>
              <p:spPr>
                <a:xfrm flipH="1">
                  <a:off x="21332692" y="10943294"/>
                  <a:ext cx="1006387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6" name="Straight Connector 585">
                  <a:extLst>
                    <a:ext uri="{FF2B5EF4-FFF2-40B4-BE49-F238E27FC236}">
                      <a16:creationId xmlns:a16="http://schemas.microsoft.com/office/drawing/2014/main" id="{D42A37AD-131E-084A-BF3E-208561F9DB07}"/>
                    </a:ext>
                  </a:extLst>
                </p:cNvPr>
                <p:cNvCxnSpPr>
                  <a:cxnSpLocks/>
                  <a:endCxn id="605" idx="0"/>
                </p:cNvCxnSpPr>
                <p:nvPr/>
              </p:nvCxnSpPr>
              <p:spPr>
                <a:xfrm flipH="1">
                  <a:off x="21835886" y="10943294"/>
                  <a:ext cx="503193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28B221FE-C7B6-7B78-1847-3FF6FB0A9A62}"/>
                    </a:ext>
                  </a:extLst>
                </p:cNvPr>
                <p:cNvCxnSpPr>
                  <a:cxnSpLocks/>
                  <a:endCxn id="608" idx="0"/>
                </p:cNvCxnSpPr>
                <p:nvPr/>
              </p:nvCxnSpPr>
              <p:spPr>
                <a:xfrm flipH="1">
                  <a:off x="20849095" y="10943294"/>
                  <a:ext cx="1489984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516F9C9E-70C8-CF40-4FDF-3FF8B16EB715}"/>
                    </a:ext>
                  </a:extLst>
                </p:cNvPr>
                <p:cNvCxnSpPr>
                  <a:cxnSpLocks/>
                  <a:stCxn id="569" idx="4"/>
                  <a:endCxn id="607" idx="1"/>
                </p:cNvCxnSpPr>
                <p:nvPr/>
              </p:nvCxnSpPr>
              <p:spPr>
                <a:xfrm>
                  <a:off x="22351740" y="10948667"/>
                  <a:ext cx="302731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D148844B-C60B-2EA8-A4A9-1E88F611C400}"/>
                    </a:ext>
                  </a:extLst>
                </p:cNvPr>
                <p:cNvCxnSpPr>
                  <a:cxnSpLocks/>
                  <a:stCxn id="604" idx="4"/>
                  <a:endCxn id="570" idx="0"/>
                </p:cNvCxnSpPr>
                <p:nvPr/>
              </p:nvCxnSpPr>
              <p:spPr>
                <a:xfrm>
                  <a:off x="21332692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6D6FD8FC-D0C1-6E4E-0DBC-64775A92E7E0}"/>
                    </a:ext>
                  </a:extLst>
                </p:cNvPr>
                <p:cNvCxnSpPr>
                  <a:cxnSpLocks/>
                  <a:stCxn id="605" idx="4"/>
                  <a:endCxn id="570" idx="0"/>
                </p:cNvCxnSpPr>
                <p:nvPr/>
              </p:nvCxnSpPr>
              <p:spPr>
                <a:xfrm flipH="1"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D7CE4034-A3AE-19CA-C269-27AF8CA59D07}"/>
                    </a:ext>
                  </a:extLst>
                </p:cNvPr>
                <p:cNvCxnSpPr>
                  <a:cxnSpLocks/>
                  <a:stCxn id="608" idx="4"/>
                  <a:endCxn id="570" idx="0"/>
                </p:cNvCxnSpPr>
                <p:nvPr/>
              </p:nvCxnSpPr>
              <p:spPr>
                <a:xfrm>
                  <a:off x="20849095" y="11754041"/>
                  <a:ext cx="483597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BBF9E518-F810-B9C4-4273-7529384E6BFA}"/>
                    </a:ext>
                  </a:extLst>
                </p:cNvPr>
                <p:cNvCxnSpPr>
                  <a:cxnSpLocks/>
                  <a:stCxn id="606" idx="4"/>
                  <a:endCxn id="570" idx="0"/>
                </p:cNvCxnSpPr>
                <p:nvPr/>
              </p:nvCxnSpPr>
              <p:spPr>
                <a:xfrm flipH="1"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EEBBB661-2F06-0B8D-4401-A6748D64E844}"/>
                    </a:ext>
                  </a:extLst>
                </p:cNvPr>
                <p:cNvCxnSpPr>
                  <a:cxnSpLocks/>
                  <a:stCxn id="607" idx="4"/>
                  <a:endCxn id="570" idx="0"/>
                </p:cNvCxnSpPr>
                <p:nvPr/>
              </p:nvCxnSpPr>
              <p:spPr>
                <a:xfrm flipH="1">
                  <a:off x="21332692" y="11754041"/>
                  <a:ext cx="144905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9C28C577-0728-0868-7978-28F21C0A7310}"/>
                    </a:ext>
                  </a:extLst>
                </p:cNvPr>
                <p:cNvCxnSpPr>
                  <a:cxnSpLocks/>
                  <a:stCxn id="604" idx="4"/>
                  <a:endCxn id="571" idx="0"/>
                </p:cNvCxnSpPr>
                <p:nvPr/>
              </p:nvCxnSpPr>
              <p:spPr>
                <a:xfrm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5" name="Straight Connector 594">
                  <a:extLst>
                    <a:ext uri="{FF2B5EF4-FFF2-40B4-BE49-F238E27FC236}">
                      <a16:creationId xmlns:a16="http://schemas.microsoft.com/office/drawing/2014/main" id="{359EEEB9-2D02-9064-BA33-79115BBA1369}"/>
                    </a:ext>
                  </a:extLst>
                </p:cNvPr>
                <p:cNvCxnSpPr>
                  <a:cxnSpLocks/>
                  <a:stCxn id="605" idx="4"/>
                  <a:endCxn id="571" idx="0"/>
                </p:cNvCxnSpPr>
                <p:nvPr/>
              </p:nvCxnSpPr>
              <p:spPr>
                <a:xfrm>
                  <a:off x="21835886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6" name="Straight Connector 595">
                  <a:extLst>
                    <a:ext uri="{FF2B5EF4-FFF2-40B4-BE49-F238E27FC236}">
                      <a16:creationId xmlns:a16="http://schemas.microsoft.com/office/drawing/2014/main" id="{A424F5F7-7C27-9A08-B12F-70CDE17DA651}"/>
                    </a:ext>
                  </a:extLst>
                </p:cNvPr>
                <p:cNvCxnSpPr>
                  <a:cxnSpLocks/>
                  <a:stCxn id="608" idx="4"/>
                  <a:endCxn id="571" idx="0"/>
                </p:cNvCxnSpPr>
                <p:nvPr/>
              </p:nvCxnSpPr>
              <p:spPr>
                <a:xfrm>
                  <a:off x="20849095" y="11754041"/>
                  <a:ext cx="986791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7" name="Straight Connector 596">
                  <a:extLst>
                    <a:ext uri="{FF2B5EF4-FFF2-40B4-BE49-F238E27FC236}">
                      <a16:creationId xmlns:a16="http://schemas.microsoft.com/office/drawing/2014/main" id="{F9E81AA8-E663-40A7-82E0-CE9A4137AB96}"/>
                    </a:ext>
                  </a:extLst>
                </p:cNvPr>
                <p:cNvCxnSpPr>
                  <a:cxnSpLocks/>
                  <a:stCxn id="606" idx="4"/>
                  <a:endCxn id="571" idx="0"/>
                </p:cNvCxnSpPr>
                <p:nvPr/>
              </p:nvCxnSpPr>
              <p:spPr>
                <a:xfrm flipH="1"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F2C81206-4300-94EF-C18F-2A8300B1CA78}"/>
                    </a:ext>
                  </a:extLst>
                </p:cNvPr>
                <p:cNvCxnSpPr>
                  <a:cxnSpLocks/>
                  <a:stCxn id="607" idx="4"/>
                  <a:endCxn id="571" idx="0"/>
                </p:cNvCxnSpPr>
                <p:nvPr/>
              </p:nvCxnSpPr>
              <p:spPr>
                <a:xfrm flipH="1">
                  <a:off x="21835886" y="11754041"/>
                  <a:ext cx="94586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AE9AC137-4907-4115-9C06-7A8294B121E6}"/>
                    </a:ext>
                  </a:extLst>
                </p:cNvPr>
                <p:cNvCxnSpPr>
                  <a:cxnSpLocks/>
                  <a:stCxn id="606" idx="4"/>
                  <a:endCxn id="572" idx="0"/>
                </p:cNvCxnSpPr>
                <p:nvPr/>
              </p:nvCxnSpPr>
              <p:spPr>
                <a:xfrm>
                  <a:off x="22351740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BB9E4835-EA05-FB9A-9CBE-A5BD22C25B70}"/>
                    </a:ext>
                  </a:extLst>
                </p:cNvPr>
                <p:cNvCxnSpPr>
                  <a:cxnSpLocks/>
                  <a:stCxn id="607" idx="4"/>
                  <a:endCxn id="572" idx="0"/>
                </p:cNvCxnSpPr>
                <p:nvPr/>
              </p:nvCxnSpPr>
              <p:spPr>
                <a:xfrm flipH="1">
                  <a:off x="22351740" y="11754041"/>
                  <a:ext cx="43001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601" name="Straight Connector 600">
                  <a:extLst>
                    <a:ext uri="{FF2B5EF4-FFF2-40B4-BE49-F238E27FC236}">
                      <a16:creationId xmlns:a16="http://schemas.microsoft.com/office/drawing/2014/main" id="{E14992B4-B57A-5ADD-2B10-DBCCD0594651}"/>
                    </a:ext>
                  </a:extLst>
                </p:cNvPr>
                <p:cNvCxnSpPr>
                  <a:cxnSpLocks/>
                  <a:stCxn id="605" idx="4"/>
                  <a:endCxn id="572" idx="0"/>
                </p:cNvCxnSpPr>
                <p:nvPr/>
              </p:nvCxnSpPr>
              <p:spPr>
                <a:xfrm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602" name="Straight Connector 601">
                  <a:extLst>
                    <a:ext uri="{FF2B5EF4-FFF2-40B4-BE49-F238E27FC236}">
                      <a16:creationId xmlns:a16="http://schemas.microsoft.com/office/drawing/2014/main" id="{4A24885A-A4A2-C9C6-C51D-CAD61904E7AC}"/>
                    </a:ext>
                  </a:extLst>
                </p:cNvPr>
                <p:cNvCxnSpPr>
                  <a:cxnSpLocks/>
                  <a:stCxn id="608" idx="4"/>
                  <a:endCxn id="572" idx="0"/>
                </p:cNvCxnSpPr>
                <p:nvPr/>
              </p:nvCxnSpPr>
              <p:spPr>
                <a:xfrm>
                  <a:off x="20849095" y="11754041"/>
                  <a:ext cx="1502645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603" name="Straight Connector 602">
                  <a:extLst>
                    <a:ext uri="{FF2B5EF4-FFF2-40B4-BE49-F238E27FC236}">
                      <a16:creationId xmlns:a16="http://schemas.microsoft.com/office/drawing/2014/main" id="{E1AB7424-0FF8-5D5E-C767-F60EF960E103}"/>
                    </a:ext>
                  </a:extLst>
                </p:cNvPr>
                <p:cNvCxnSpPr>
                  <a:cxnSpLocks/>
                  <a:stCxn id="604" idx="4"/>
                  <a:endCxn id="572" idx="0"/>
                </p:cNvCxnSpPr>
                <p:nvPr/>
              </p:nvCxnSpPr>
              <p:spPr>
                <a:xfrm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604" name="Oval 603">
                  <a:extLst>
                    <a:ext uri="{FF2B5EF4-FFF2-40B4-BE49-F238E27FC236}">
                      <a16:creationId xmlns:a16="http://schemas.microsoft.com/office/drawing/2014/main" id="{9F7E88C5-1680-CED9-3054-5CD88153598F}"/>
                    </a:ext>
                  </a:extLst>
                </p:cNvPr>
                <p:cNvSpPr/>
                <p:nvPr/>
              </p:nvSpPr>
              <p:spPr>
                <a:xfrm>
                  <a:off x="21152692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5" name="Oval 604">
                  <a:extLst>
                    <a:ext uri="{FF2B5EF4-FFF2-40B4-BE49-F238E27FC236}">
                      <a16:creationId xmlns:a16="http://schemas.microsoft.com/office/drawing/2014/main" id="{876A8ED0-F957-44E2-D49C-96A7E795D11C}"/>
                    </a:ext>
                  </a:extLst>
                </p:cNvPr>
                <p:cNvSpPr/>
                <p:nvPr/>
              </p:nvSpPr>
              <p:spPr>
                <a:xfrm>
                  <a:off x="21655886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6" name="Oval 605">
                  <a:extLst>
                    <a:ext uri="{FF2B5EF4-FFF2-40B4-BE49-F238E27FC236}">
                      <a16:creationId xmlns:a16="http://schemas.microsoft.com/office/drawing/2014/main" id="{255BAB99-6DA1-DB50-9480-28753A0A04DA}"/>
                    </a:ext>
                  </a:extLst>
                </p:cNvPr>
                <p:cNvSpPr/>
                <p:nvPr/>
              </p:nvSpPr>
              <p:spPr>
                <a:xfrm>
                  <a:off x="2217174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7" name="Oval 606">
                  <a:extLst>
                    <a:ext uri="{FF2B5EF4-FFF2-40B4-BE49-F238E27FC236}">
                      <a16:creationId xmlns:a16="http://schemas.microsoft.com/office/drawing/2014/main" id="{062DD9E0-FD08-7D2D-2C54-9C4D5F3F50BF}"/>
                    </a:ext>
                  </a:extLst>
                </p:cNvPr>
                <p:cNvSpPr/>
                <p:nvPr/>
              </p:nvSpPr>
              <p:spPr>
                <a:xfrm>
                  <a:off x="2260175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8" name="Oval 607">
                  <a:extLst>
                    <a:ext uri="{FF2B5EF4-FFF2-40B4-BE49-F238E27FC236}">
                      <a16:creationId xmlns:a16="http://schemas.microsoft.com/office/drawing/2014/main" id="{C7CB9A04-B3EB-A40F-3E44-2A5DE0AE7611}"/>
                    </a:ext>
                  </a:extLst>
                </p:cNvPr>
                <p:cNvSpPr/>
                <p:nvPr/>
              </p:nvSpPr>
              <p:spPr>
                <a:xfrm>
                  <a:off x="20669095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7" name="Group 476">
                <a:extLst>
                  <a:ext uri="{FF2B5EF4-FFF2-40B4-BE49-F238E27FC236}">
                    <a16:creationId xmlns:a16="http://schemas.microsoft.com/office/drawing/2014/main" id="{A8D0C4D6-EEAB-68CD-8549-95E846D843FC}"/>
                  </a:ext>
                </a:extLst>
              </p:cNvPr>
              <p:cNvGrpSpPr/>
              <p:nvPr/>
            </p:nvGrpSpPr>
            <p:grpSpPr>
              <a:xfrm>
                <a:off x="23949605" y="13987438"/>
                <a:ext cx="1212273" cy="1015664"/>
                <a:chOff x="20669095" y="10588667"/>
                <a:chExt cx="2292655" cy="1976112"/>
              </a:xfrm>
            </p:grpSpPr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C9B5660C-7324-8F5B-8BD5-369A0BC873FB}"/>
                    </a:ext>
                  </a:extLst>
                </p:cNvPr>
                <p:cNvSpPr/>
                <p:nvPr/>
              </p:nvSpPr>
              <p:spPr>
                <a:xfrm>
                  <a:off x="21152692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EFCDFA73-53B3-6EAC-B5F5-F6D488DC8FAA}"/>
                    </a:ext>
                  </a:extLst>
                </p:cNvPr>
                <p:cNvSpPr/>
                <p:nvPr/>
              </p:nvSpPr>
              <p:spPr>
                <a:xfrm>
                  <a:off x="21655886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7" name="Oval 526">
                  <a:extLst>
                    <a:ext uri="{FF2B5EF4-FFF2-40B4-BE49-F238E27FC236}">
                      <a16:creationId xmlns:a16="http://schemas.microsoft.com/office/drawing/2014/main" id="{D894E691-9CE2-3E9A-F1A8-ABF048389127}"/>
                    </a:ext>
                  </a:extLst>
                </p:cNvPr>
                <p:cNvSpPr/>
                <p:nvPr/>
              </p:nvSpPr>
              <p:spPr>
                <a:xfrm>
                  <a:off x="22171740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C5C81DA6-39F6-066F-F0A6-21B599F7D518}"/>
                    </a:ext>
                  </a:extLst>
                </p:cNvPr>
                <p:cNvSpPr/>
                <p:nvPr/>
              </p:nvSpPr>
              <p:spPr>
                <a:xfrm>
                  <a:off x="21152692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68047CF7-07D8-B4B1-0C58-607C0D7A0748}"/>
                    </a:ext>
                  </a:extLst>
                </p:cNvPr>
                <p:cNvSpPr/>
                <p:nvPr/>
              </p:nvSpPr>
              <p:spPr>
                <a:xfrm>
                  <a:off x="21655886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89AF3320-81FB-8BFE-8606-A13B58F0CB67}"/>
                    </a:ext>
                  </a:extLst>
                </p:cNvPr>
                <p:cNvSpPr/>
                <p:nvPr/>
              </p:nvSpPr>
              <p:spPr>
                <a:xfrm>
                  <a:off x="22171740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0B95A9B7-44B1-D6C0-6D4A-FA402F7F70F8}"/>
                    </a:ext>
                  </a:extLst>
                </p:cNvPr>
                <p:cNvCxnSpPr>
                  <a:cxnSpLocks/>
                  <a:stCxn id="525" idx="4"/>
                  <a:endCxn id="566" idx="0"/>
                </p:cNvCxnSpPr>
                <p:nvPr/>
              </p:nvCxnSpPr>
              <p:spPr>
                <a:xfrm flipH="1">
                  <a:off x="20849095" y="10948667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3F7017A3-7B59-F6B3-247A-D6FF3F0E30FD}"/>
                    </a:ext>
                  </a:extLst>
                </p:cNvPr>
                <p:cNvCxnSpPr>
                  <a:cxnSpLocks/>
                  <a:stCxn id="526" idx="4"/>
                  <a:endCxn id="562" idx="0"/>
                </p:cNvCxnSpPr>
                <p:nvPr/>
              </p:nvCxnSpPr>
              <p:spPr>
                <a:xfrm flipH="1"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72B30F31-57AD-DD69-A5BC-73B164271EE5}"/>
                    </a:ext>
                  </a:extLst>
                </p:cNvPr>
                <p:cNvCxnSpPr>
                  <a:cxnSpLocks/>
                  <a:stCxn id="526" idx="4"/>
                  <a:endCxn id="563" idx="0"/>
                </p:cNvCxnSpPr>
                <p:nvPr/>
              </p:nvCxnSpPr>
              <p:spPr>
                <a:xfrm>
                  <a:off x="21835886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566FC75B-D812-204F-3914-C07495962DFA}"/>
                    </a:ext>
                  </a:extLst>
                </p:cNvPr>
                <p:cNvCxnSpPr>
                  <a:cxnSpLocks/>
                  <a:stCxn id="526" idx="4"/>
                  <a:endCxn id="564" idx="1"/>
                </p:cNvCxnSpPr>
                <p:nvPr/>
              </p:nvCxnSpPr>
              <p:spPr>
                <a:xfrm>
                  <a:off x="21835886" y="10948667"/>
                  <a:ext cx="38857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81439AE9-D286-3B44-087F-1CE680BA9182}"/>
                    </a:ext>
                  </a:extLst>
                </p:cNvPr>
                <p:cNvCxnSpPr>
                  <a:cxnSpLocks/>
                  <a:stCxn id="526" idx="4"/>
                  <a:endCxn id="566" idx="0"/>
                </p:cNvCxnSpPr>
                <p:nvPr/>
              </p:nvCxnSpPr>
              <p:spPr>
                <a:xfrm flipH="1">
                  <a:off x="20849095" y="10948667"/>
                  <a:ext cx="986791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7D9B516A-F610-E29F-5DED-C461AA7641B3}"/>
                    </a:ext>
                  </a:extLst>
                </p:cNvPr>
                <p:cNvCxnSpPr>
                  <a:cxnSpLocks/>
                  <a:stCxn id="525" idx="4"/>
                  <a:endCxn id="565" idx="1"/>
                </p:cNvCxnSpPr>
                <p:nvPr/>
              </p:nvCxnSpPr>
              <p:spPr>
                <a:xfrm>
                  <a:off x="21332692" y="10948667"/>
                  <a:ext cx="13217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F642F183-D8FE-E0DE-B07E-F141F56AB401}"/>
                    </a:ext>
                  </a:extLst>
                </p:cNvPr>
                <p:cNvCxnSpPr>
                  <a:cxnSpLocks/>
                  <a:stCxn id="525" idx="4"/>
                  <a:endCxn id="563" idx="0"/>
                </p:cNvCxnSpPr>
                <p:nvPr/>
              </p:nvCxnSpPr>
              <p:spPr>
                <a:xfrm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A9EE5C0D-64E7-127D-B99A-DBE8C8808BA1}"/>
                    </a:ext>
                  </a:extLst>
                </p:cNvPr>
                <p:cNvCxnSpPr>
                  <a:cxnSpLocks/>
                  <a:stCxn id="525" idx="4"/>
                  <a:endCxn id="564" idx="1"/>
                </p:cNvCxnSpPr>
                <p:nvPr/>
              </p:nvCxnSpPr>
              <p:spPr>
                <a:xfrm>
                  <a:off x="21332692" y="10948667"/>
                  <a:ext cx="89176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D9009E6B-9174-34A3-D0C4-D00B9E56787B}"/>
                    </a:ext>
                  </a:extLst>
                </p:cNvPr>
                <p:cNvCxnSpPr>
                  <a:cxnSpLocks/>
                  <a:stCxn id="525" idx="4"/>
                  <a:endCxn id="562" idx="0"/>
                </p:cNvCxnSpPr>
                <p:nvPr/>
              </p:nvCxnSpPr>
              <p:spPr>
                <a:xfrm>
                  <a:off x="21332692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9B636716-613C-19C9-2513-BA05CD33109F}"/>
                    </a:ext>
                  </a:extLst>
                </p:cNvPr>
                <p:cNvCxnSpPr>
                  <a:cxnSpLocks/>
                  <a:stCxn id="526" idx="4"/>
                  <a:endCxn id="565" idx="1"/>
                </p:cNvCxnSpPr>
                <p:nvPr/>
              </p:nvCxnSpPr>
              <p:spPr>
                <a:xfrm>
                  <a:off x="21835886" y="10948667"/>
                  <a:ext cx="81858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1312D9F3-9FCD-0E6D-6DC0-4DFF61B01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5482" y="10943294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669BEE15-73C7-87A8-4664-64065C092382}"/>
                    </a:ext>
                  </a:extLst>
                </p:cNvPr>
                <p:cNvCxnSpPr>
                  <a:cxnSpLocks/>
                  <a:stCxn id="527" idx="4"/>
                  <a:endCxn id="564" idx="1"/>
                </p:cNvCxnSpPr>
                <p:nvPr/>
              </p:nvCxnSpPr>
              <p:spPr>
                <a:xfrm flipH="1">
                  <a:off x="22224461" y="10948667"/>
                  <a:ext cx="1272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7A4CB0BC-D0DF-609D-412B-F6A736DF7504}"/>
                    </a:ext>
                  </a:extLst>
                </p:cNvPr>
                <p:cNvCxnSpPr>
                  <a:cxnSpLocks/>
                  <a:endCxn id="562" idx="0"/>
                </p:cNvCxnSpPr>
                <p:nvPr/>
              </p:nvCxnSpPr>
              <p:spPr>
                <a:xfrm flipH="1">
                  <a:off x="21332692" y="10943294"/>
                  <a:ext cx="1006387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187CED94-CF5A-2116-7715-9578885B20EB}"/>
                    </a:ext>
                  </a:extLst>
                </p:cNvPr>
                <p:cNvCxnSpPr>
                  <a:cxnSpLocks/>
                  <a:endCxn id="563" idx="0"/>
                </p:cNvCxnSpPr>
                <p:nvPr/>
              </p:nvCxnSpPr>
              <p:spPr>
                <a:xfrm flipH="1">
                  <a:off x="21835886" y="10943294"/>
                  <a:ext cx="503193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6C18852C-E72F-2F1B-0812-736D13A2A085}"/>
                    </a:ext>
                  </a:extLst>
                </p:cNvPr>
                <p:cNvCxnSpPr>
                  <a:cxnSpLocks/>
                  <a:endCxn id="566" idx="0"/>
                </p:cNvCxnSpPr>
                <p:nvPr/>
              </p:nvCxnSpPr>
              <p:spPr>
                <a:xfrm flipH="1">
                  <a:off x="20849095" y="10943294"/>
                  <a:ext cx="1489984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A974E485-C853-4229-577F-E88E44D77509}"/>
                    </a:ext>
                  </a:extLst>
                </p:cNvPr>
                <p:cNvCxnSpPr>
                  <a:cxnSpLocks/>
                  <a:stCxn id="527" idx="4"/>
                  <a:endCxn id="565" idx="1"/>
                </p:cNvCxnSpPr>
                <p:nvPr/>
              </p:nvCxnSpPr>
              <p:spPr>
                <a:xfrm>
                  <a:off x="22351740" y="10948667"/>
                  <a:ext cx="302731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2BAB6467-BB1C-0E9B-AA6A-513405479F82}"/>
                    </a:ext>
                  </a:extLst>
                </p:cNvPr>
                <p:cNvCxnSpPr>
                  <a:cxnSpLocks/>
                  <a:stCxn id="562" idx="4"/>
                  <a:endCxn id="528" idx="0"/>
                </p:cNvCxnSpPr>
                <p:nvPr/>
              </p:nvCxnSpPr>
              <p:spPr>
                <a:xfrm>
                  <a:off x="21332692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51A9A80C-1F5B-38F4-75EC-31EDB21EC099}"/>
                    </a:ext>
                  </a:extLst>
                </p:cNvPr>
                <p:cNvCxnSpPr>
                  <a:cxnSpLocks/>
                  <a:stCxn id="563" idx="4"/>
                  <a:endCxn id="528" idx="0"/>
                </p:cNvCxnSpPr>
                <p:nvPr/>
              </p:nvCxnSpPr>
              <p:spPr>
                <a:xfrm flipH="1"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0038CC8C-4C2A-190F-3631-9EA1150F3535}"/>
                    </a:ext>
                  </a:extLst>
                </p:cNvPr>
                <p:cNvCxnSpPr>
                  <a:cxnSpLocks/>
                  <a:stCxn id="566" idx="4"/>
                  <a:endCxn id="528" idx="0"/>
                </p:cNvCxnSpPr>
                <p:nvPr/>
              </p:nvCxnSpPr>
              <p:spPr>
                <a:xfrm>
                  <a:off x="20849095" y="11754041"/>
                  <a:ext cx="483597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3F5BDB45-4513-255B-624B-D2205B297B5C}"/>
                    </a:ext>
                  </a:extLst>
                </p:cNvPr>
                <p:cNvCxnSpPr>
                  <a:cxnSpLocks/>
                  <a:stCxn id="564" idx="4"/>
                  <a:endCxn id="528" idx="0"/>
                </p:cNvCxnSpPr>
                <p:nvPr/>
              </p:nvCxnSpPr>
              <p:spPr>
                <a:xfrm flipH="1"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1" name="Straight Connector 550">
                  <a:extLst>
                    <a:ext uri="{FF2B5EF4-FFF2-40B4-BE49-F238E27FC236}">
                      <a16:creationId xmlns:a16="http://schemas.microsoft.com/office/drawing/2014/main" id="{FCE1471C-B53E-2843-75BC-990241F6D428}"/>
                    </a:ext>
                  </a:extLst>
                </p:cNvPr>
                <p:cNvCxnSpPr>
                  <a:cxnSpLocks/>
                  <a:stCxn id="565" idx="4"/>
                  <a:endCxn id="528" idx="0"/>
                </p:cNvCxnSpPr>
                <p:nvPr/>
              </p:nvCxnSpPr>
              <p:spPr>
                <a:xfrm flipH="1">
                  <a:off x="21332692" y="11754041"/>
                  <a:ext cx="144905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2" name="Straight Connector 551">
                  <a:extLst>
                    <a:ext uri="{FF2B5EF4-FFF2-40B4-BE49-F238E27FC236}">
                      <a16:creationId xmlns:a16="http://schemas.microsoft.com/office/drawing/2014/main" id="{B222F9FE-7FDE-BB63-4BB5-2C1954C0F3FB}"/>
                    </a:ext>
                  </a:extLst>
                </p:cNvPr>
                <p:cNvCxnSpPr>
                  <a:cxnSpLocks/>
                  <a:stCxn id="562" idx="4"/>
                  <a:endCxn id="529" idx="0"/>
                </p:cNvCxnSpPr>
                <p:nvPr/>
              </p:nvCxnSpPr>
              <p:spPr>
                <a:xfrm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7EEA8512-C4D5-5CED-F68B-C0B005D130F4}"/>
                    </a:ext>
                  </a:extLst>
                </p:cNvPr>
                <p:cNvCxnSpPr>
                  <a:cxnSpLocks/>
                  <a:stCxn id="563" idx="4"/>
                  <a:endCxn id="529" idx="0"/>
                </p:cNvCxnSpPr>
                <p:nvPr/>
              </p:nvCxnSpPr>
              <p:spPr>
                <a:xfrm>
                  <a:off x="21835886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B5B18DCB-87A4-4807-C8BE-913B55B0F769}"/>
                    </a:ext>
                  </a:extLst>
                </p:cNvPr>
                <p:cNvCxnSpPr>
                  <a:cxnSpLocks/>
                  <a:stCxn id="566" idx="4"/>
                  <a:endCxn id="529" idx="0"/>
                </p:cNvCxnSpPr>
                <p:nvPr/>
              </p:nvCxnSpPr>
              <p:spPr>
                <a:xfrm>
                  <a:off x="20849095" y="11754041"/>
                  <a:ext cx="986791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895E1E4A-7582-43FF-1322-F326D3E4CD87}"/>
                    </a:ext>
                  </a:extLst>
                </p:cNvPr>
                <p:cNvCxnSpPr>
                  <a:cxnSpLocks/>
                  <a:stCxn id="564" idx="4"/>
                  <a:endCxn id="529" idx="0"/>
                </p:cNvCxnSpPr>
                <p:nvPr/>
              </p:nvCxnSpPr>
              <p:spPr>
                <a:xfrm flipH="1"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BA898C89-5D2E-F11E-F30E-3738FF7D75D4}"/>
                    </a:ext>
                  </a:extLst>
                </p:cNvPr>
                <p:cNvCxnSpPr>
                  <a:cxnSpLocks/>
                  <a:stCxn id="565" idx="4"/>
                  <a:endCxn id="529" idx="0"/>
                </p:cNvCxnSpPr>
                <p:nvPr/>
              </p:nvCxnSpPr>
              <p:spPr>
                <a:xfrm flipH="1">
                  <a:off x="21835886" y="11754041"/>
                  <a:ext cx="94586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D80329D1-EDB0-C561-A3BC-BD545512AB81}"/>
                    </a:ext>
                  </a:extLst>
                </p:cNvPr>
                <p:cNvCxnSpPr>
                  <a:cxnSpLocks/>
                  <a:stCxn id="564" idx="4"/>
                  <a:endCxn id="530" idx="0"/>
                </p:cNvCxnSpPr>
                <p:nvPr/>
              </p:nvCxnSpPr>
              <p:spPr>
                <a:xfrm>
                  <a:off x="22351740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9777D774-0DDD-5F5F-1E0F-4C6CB2F37E4D}"/>
                    </a:ext>
                  </a:extLst>
                </p:cNvPr>
                <p:cNvCxnSpPr>
                  <a:cxnSpLocks/>
                  <a:stCxn id="565" idx="4"/>
                  <a:endCxn id="530" idx="0"/>
                </p:cNvCxnSpPr>
                <p:nvPr/>
              </p:nvCxnSpPr>
              <p:spPr>
                <a:xfrm flipH="1">
                  <a:off x="22351740" y="11754041"/>
                  <a:ext cx="43001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6D8EB7D8-5810-3350-2FA0-7CFA9A1B1A8A}"/>
                    </a:ext>
                  </a:extLst>
                </p:cNvPr>
                <p:cNvCxnSpPr>
                  <a:cxnSpLocks/>
                  <a:stCxn id="563" idx="4"/>
                  <a:endCxn id="530" idx="0"/>
                </p:cNvCxnSpPr>
                <p:nvPr/>
              </p:nvCxnSpPr>
              <p:spPr>
                <a:xfrm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D32619AB-B790-B042-4D31-7E1CFD7F9A37}"/>
                    </a:ext>
                  </a:extLst>
                </p:cNvPr>
                <p:cNvCxnSpPr>
                  <a:cxnSpLocks/>
                  <a:stCxn id="566" idx="4"/>
                  <a:endCxn id="530" idx="0"/>
                </p:cNvCxnSpPr>
                <p:nvPr/>
              </p:nvCxnSpPr>
              <p:spPr>
                <a:xfrm>
                  <a:off x="20849095" y="11754041"/>
                  <a:ext cx="1502645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85A58B5D-BC7E-0E19-57B5-58D30AC33A6F}"/>
                    </a:ext>
                  </a:extLst>
                </p:cNvPr>
                <p:cNvCxnSpPr>
                  <a:cxnSpLocks/>
                  <a:stCxn id="562" idx="4"/>
                  <a:endCxn id="530" idx="0"/>
                </p:cNvCxnSpPr>
                <p:nvPr/>
              </p:nvCxnSpPr>
              <p:spPr>
                <a:xfrm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562" name="Oval 561">
                  <a:extLst>
                    <a:ext uri="{FF2B5EF4-FFF2-40B4-BE49-F238E27FC236}">
                      <a16:creationId xmlns:a16="http://schemas.microsoft.com/office/drawing/2014/main" id="{1949222A-7C23-8EDF-36F5-C3812F480A4D}"/>
                    </a:ext>
                  </a:extLst>
                </p:cNvPr>
                <p:cNvSpPr/>
                <p:nvPr/>
              </p:nvSpPr>
              <p:spPr>
                <a:xfrm>
                  <a:off x="21152692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" name="Oval 562">
                  <a:extLst>
                    <a:ext uri="{FF2B5EF4-FFF2-40B4-BE49-F238E27FC236}">
                      <a16:creationId xmlns:a16="http://schemas.microsoft.com/office/drawing/2014/main" id="{EB652910-285D-4759-CC65-6945DAA88681}"/>
                    </a:ext>
                  </a:extLst>
                </p:cNvPr>
                <p:cNvSpPr/>
                <p:nvPr/>
              </p:nvSpPr>
              <p:spPr>
                <a:xfrm>
                  <a:off x="21655886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4" name="Oval 563">
                  <a:extLst>
                    <a:ext uri="{FF2B5EF4-FFF2-40B4-BE49-F238E27FC236}">
                      <a16:creationId xmlns:a16="http://schemas.microsoft.com/office/drawing/2014/main" id="{628D0742-5EBE-868E-D3C1-EF947F461CDC}"/>
                    </a:ext>
                  </a:extLst>
                </p:cNvPr>
                <p:cNvSpPr/>
                <p:nvPr/>
              </p:nvSpPr>
              <p:spPr>
                <a:xfrm>
                  <a:off x="2217174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5" name="Oval 564">
                  <a:extLst>
                    <a:ext uri="{FF2B5EF4-FFF2-40B4-BE49-F238E27FC236}">
                      <a16:creationId xmlns:a16="http://schemas.microsoft.com/office/drawing/2014/main" id="{7E699C32-5E4F-C87C-3054-A5A456C36BBB}"/>
                    </a:ext>
                  </a:extLst>
                </p:cNvPr>
                <p:cNvSpPr/>
                <p:nvPr/>
              </p:nvSpPr>
              <p:spPr>
                <a:xfrm>
                  <a:off x="2260175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6" name="Oval 565">
                  <a:extLst>
                    <a:ext uri="{FF2B5EF4-FFF2-40B4-BE49-F238E27FC236}">
                      <a16:creationId xmlns:a16="http://schemas.microsoft.com/office/drawing/2014/main" id="{A47838B3-7C80-765F-EABC-05786ACF43E6}"/>
                    </a:ext>
                  </a:extLst>
                </p:cNvPr>
                <p:cNvSpPr/>
                <p:nvPr/>
              </p:nvSpPr>
              <p:spPr>
                <a:xfrm>
                  <a:off x="20669095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8" name="Group 477">
                <a:extLst>
                  <a:ext uri="{FF2B5EF4-FFF2-40B4-BE49-F238E27FC236}">
                    <a16:creationId xmlns:a16="http://schemas.microsoft.com/office/drawing/2014/main" id="{CFCB0196-292B-AF80-F926-07D35EBF305A}"/>
                  </a:ext>
                </a:extLst>
              </p:cNvPr>
              <p:cNvGrpSpPr/>
              <p:nvPr/>
            </p:nvGrpSpPr>
            <p:grpSpPr>
              <a:xfrm>
                <a:off x="26400795" y="13987438"/>
                <a:ext cx="1212273" cy="1015664"/>
                <a:chOff x="20669095" y="10588667"/>
                <a:chExt cx="2292655" cy="1976112"/>
              </a:xfrm>
            </p:grpSpPr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D48572F6-3EBA-A7DC-C4FF-4D753D2FE003}"/>
                    </a:ext>
                  </a:extLst>
                </p:cNvPr>
                <p:cNvSpPr/>
                <p:nvPr/>
              </p:nvSpPr>
              <p:spPr>
                <a:xfrm>
                  <a:off x="21152692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F57E9806-7EDD-B3CC-3955-4459137547FC}"/>
                    </a:ext>
                  </a:extLst>
                </p:cNvPr>
                <p:cNvSpPr/>
                <p:nvPr/>
              </p:nvSpPr>
              <p:spPr>
                <a:xfrm>
                  <a:off x="21655886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9382A22C-40B1-E049-2D54-19E2D86D2BEB}"/>
                    </a:ext>
                  </a:extLst>
                </p:cNvPr>
                <p:cNvSpPr/>
                <p:nvPr/>
              </p:nvSpPr>
              <p:spPr>
                <a:xfrm>
                  <a:off x="22171740" y="10588667"/>
                  <a:ext cx="360000" cy="360000"/>
                </a:xfrm>
                <a:prstGeom prst="ellipse">
                  <a:avLst/>
                </a:prstGeom>
                <a:solidFill>
                  <a:srgbClr val="92D050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34EF2099-7E5C-589C-1A3C-4D65ED15F0E1}"/>
                    </a:ext>
                  </a:extLst>
                </p:cNvPr>
                <p:cNvSpPr/>
                <p:nvPr/>
              </p:nvSpPr>
              <p:spPr>
                <a:xfrm>
                  <a:off x="21152692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3605EEB2-B4E1-3F5F-F16C-2EEA3F282CA3}"/>
                    </a:ext>
                  </a:extLst>
                </p:cNvPr>
                <p:cNvSpPr/>
                <p:nvPr/>
              </p:nvSpPr>
              <p:spPr>
                <a:xfrm>
                  <a:off x="21655886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D9879482-A083-327F-04A6-3289608DA989}"/>
                    </a:ext>
                  </a:extLst>
                </p:cNvPr>
                <p:cNvSpPr/>
                <p:nvPr/>
              </p:nvSpPr>
              <p:spPr>
                <a:xfrm>
                  <a:off x="22171740" y="12204779"/>
                  <a:ext cx="360000" cy="360000"/>
                </a:xfrm>
                <a:prstGeom prst="ellipse">
                  <a:avLst/>
                </a:prstGeom>
                <a:solidFill>
                  <a:srgbClr val="67A4DB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87F4E22B-14FC-F6B7-6EA0-369E1733B642}"/>
                    </a:ext>
                  </a:extLst>
                </p:cNvPr>
                <p:cNvCxnSpPr>
                  <a:cxnSpLocks/>
                  <a:stCxn id="483" idx="4"/>
                  <a:endCxn id="524" idx="0"/>
                </p:cNvCxnSpPr>
                <p:nvPr/>
              </p:nvCxnSpPr>
              <p:spPr>
                <a:xfrm flipH="1">
                  <a:off x="20849095" y="10948667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52BD447C-8545-9D53-CD04-189F58470DB1}"/>
                    </a:ext>
                  </a:extLst>
                </p:cNvPr>
                <p:cNvCxnSpPr>
                  <a:cxnSpLocks/>
                  <a:stCxn id="484" idx="4"/>
                  <a:endCxn id="520" idx="0"/>
                </p:cNvCxnSpPr>
                <p:nvPr/>
              </p:nvCxnSpPr>
              <p:spPr>
                <a:xfrm flipH="1"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D333978E-6744-47FA-7DF0-1F8A6AD6783C}"/>
                    </a:ext>
                  </a:extLst>
                </p:cNvPr>
                <p:cNvCxnSpPr>
                  <a:cxnSpLocks/>
                  <a:stCxn id="484" idx="4"/>
                  <a:endCxn id="521" idx="0"/>
                </p:cNvCxnSpPr>
                <p:nvPr/>
              </p:nvCxnSpPr>
              <p:spPr>
                <a:xfrm>
                  <a:off x="21835886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94BAABB2-2752-922F-39FC-9466630FBF68}"/>
                    </a:ext>
                  </a:extLst>
                </p:cNvPr>
                <p:cNvCxnSpPr>
                  <a:cxnSpLocks/>
                  <a:stCxn id="484" idx="4"/>
                  <a:endCxn id="522" idx="1"/>
                </p:cNvCxnSpPr>
                <p:nvPr/>
              </p:nvCxnSpPr>
              <p:spPr>
                <a:xfrm>
                  <a:off x="21835886" y="10948667"/>
                  <a:ext cx="38857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B5CBFE6F-16D5-D6EF-20A3-DDFA0BF399C1}"/>
                    </a:ext>
                  </a:extLst>
                </p:cNvPr>
                <p:cNvCxnSpPr>
                  <a:cxnSpLocks/>
                  <a:stCxn id="484" idx="4"/>
                  <a:endCxn id="524" idx="0"/>
                </p:cNvCxnSpPr>
                <p:nvPr/>
              </p:nvCxnSpPr>
              <p:spPr>
                <a:xfrm flipH="1">
                  <a:off x="20849095" y="10948667"/>
                  <a:ext cx="986791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FAA4D5B5-3822-87D6-C834-2062C555DCC8}"/>
                    </a:ext>
                  </a:extLst>
                </p:cNvPr>
                <p:cNvCxnSpPr>
                  <a:cxnSpLocks/>
                  <a:stCxn id="483" idx="4"/>
                  <a:endCxn id="523" idx="1"/>
                </p:cNvCxnSpPr>
                <p:nvPr/>
              </p:nvCxnSpPr>
              <p:spPr>
                <a:xfrm>
                  <a:off x="21332692" y="10948667"/>
                  <a:ext cx="13217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443E3ECE-A9DF-AF2F-A477-807F2B5F3D97}"/>
                    </a:ext>
                  </a:extLst>
                </p:cNvPr>
                <p:cNvCxnSpPr>
                  <a:cxnSpLocks/>
                  <a:stCxn id="483" idx="4"/>
                  <a:endCxn id="521" idx="0"/>
                </p:cNvCxnSpPr>
                <p:nvPr/>
              </p:nvCxnSpPr>
              <p:spPr>
                <a:xfrm>
                  <a:off x="21332692" y="10948667"/>
                  <a:ext cx="503194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56ACC61A-812E-F1E8-E9EB-46BA81563B33}"/>
                    </a:ext>
                  </a:extLst>
                </p:cNvPr>
                <p:cNvCxnSpPr>
                  <a:cxnSpLocks/>
                  <a:stCxn id="483" idx="4"/>
                  <a:endCxn id="522" idx="1"/>
                </p:cNvCxnSpPr>
                <p:nvPr/>
              </p:nvCxnSpPr>
              <p:spPr>
                <a:xfrm>
                  <a:off x="21332692" y="10948667"/>
                  <a:ext cx="89176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44FE3038-2CEC-D40D-0AD6-A3D35E7928D4}"/>
                    </a:ext>
                  </a:extLst>
                </p:cNvPr>
                <p:cNvCxnSpPr>
                  <a:cxnSpLocks/>
                  <a:stCxn id="483" idx="4"/>
                  <a:endCxn id="520" idx="0"/>
                </p:cNvCxnSpPr>
                <p:nvPr/>
              </p:nvCxnSpPr>
              <p:spPr>
                <a:xfrm>
                  <a:off x="21332692" y="10948667"/>
                  <a:ext cx="0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753A1566-CA38-01AA-C058-6B5C40BD4A88}"/>
                    </a:ext>
                  </a:extLst>
                </p:cNvPr>
                <p:cNvCxnSpPr>
                  <a:cxnSpLocks/>
                  <a:stCxn id="484" idx="4"/>
                  <a:endCxn id="523" idx="1"/>
                </p:cNvCxnSpPr>
                <p:nvPr/>
              </p:nvCxnSpPr>
              <p:spPr>
                <a:xfrm>
                  <a:off x="21835886" y="10948667"/>
                  <a:ext cx="818585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CF9A4715-FF8C-9E4D-4C2F-31A88A827C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5482" y="10943294"/>
                  <a:ext cx="483597" cy="445374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4CDB85A9-0279-5061-F139-A72DEF222B04}"/>
                    </a:ext>
                  </a:extLst>
                </p:cNvPr>
                <p:cNvCxnSpPr>
                  <a:cxnSpLocks/>
                  <a:stCxn id="485" idx="4"/>
                  <a:endCxn id="522" idx="1"/>
                </p:cNvCxnSpPr>
                <p:nvPr/>
              </p:nvCxnSpPr>
              <p:spPr>
                <a:xfrm flipH="1">
                  <a:off x="22224461" y="10948667"/>
                  <a:ext cx="127279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660DE260-E24C-AD99-704B-FD5833C5D432}"/>
                    </a:ext>
                  </a:extLst>
                </p:cNvPr>
                <p:cNvCxnSpPr>
                  <a:cxnSpLocks/>
                  <a:endCxn id="520" idx="0"/>
                </p:cNvCxnSpPr>
                <p:nvPr/>
              </p:nvCxnSpPr>
              <p:spPr>
                <a:xfrm flipH="1">
                  <a:off x="21332692" y="10943294"/>
                  <a:ext cx="1006387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EBE87804-03DE-BDA5-F27C-5FD8409FEA2C}"/>
                    </a:ext>
                  </a:extLst>
                </p:cNvPr>
                <p:cNvCxnSpPr>
                  <a:cxnSpLocks/>
                  <a:endCxn id="521" idx="0"/>
                </p:cNvCxnSpPr>
                <p:nvPr/>
              </p:nvCxnSpPr>
              <p:spPr>
                <a:xfrm flipH="1">
                  <a:off x="21835886" y="10943294"/>
                  <a:ext cx="503193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2C383CDE-A072-1365-CE52-2C2D86A2907E}"/>
                    </a:ext>
                  </a:extLst>
                </p:cNvPr>
                <p:cNvCxnSpPr>
                  <a:cxnSpLocks/>
                  <a:endCxn id="524" idx="0"/>
                </p:cNvCxnSpPr>
                <p:nvPr/>
              </p:nvCxnSpPr>
              <p:spPr>
                <a:xfrm flipH="1">
                  <a:off x="20849095" y="10943294"/>
                  <a:ext cx="1489984" cy="450747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15BB6E4E-D3B3-C7FD-78C4-0DF66C48AEF4}"/>
                    </a:ext>
                  </a:extLst>
                </p:cNvPr>
                <p:cNvCxnSpPr>
                  <a:cxnSpLocks/>
                  <a:stCxn id="485" idx="4"/>
                  <a:endCxn id="523" idx="1"/>
                </p:cNvCxnSpPr>
                <p:nvPr/>
              </p:nvCxnSpPr>
              <p:spPr>
                <a:xfrm>
                  <a:off x="22351740" y="10948667"/>
                  <a:ext cx="302731" cy="498095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A39FC3C5-23A9-2C94-72E5-8C17C7461A86}"/>
                    </a:ext>
                  </a:extLst>
                </p:cNvPr>
                <p:cNvCxnSpPr>
                  <a:cxnSpLocks/>
                  <a:stCxn id="520" idx="4"/>
                  <a:endCxn id="486" idx="0"/>
                </p:cNvCxnSpPr>
                <p:nvPr/>
              </p:nvCxnSpPr>
              <p:spPr>
                <a:xfrm>
                  <a:off x="21332692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70AA686A-5BC7-6166-1E8B-9999E8AB0733}"/>
                    </a:ext>
                  </a:extLst>
                </p:cNvPr>
                <p:cNvCxnSpPr>
                  <a:cxnSpLocks/>
                  <a:stCxn id="521" idx="4"/>
                  <a:endCxn id="486" idx="0"/>
                </p:cNvCxnSpPr>
                <p:nvPr/>
              </p:nvCxnSpPr>
              <p:spPr>
                <a:xfrm flipH="1"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0D0E324-73AF-DFBF-FC88-B082043B8E4D}"/>
                    </a:ext>
                  </a:extLst>
                </p:cNvPr>
                <p:cNvCxnSpPr>
                  <a:cxnSpLocks/>
                  <a:stCxn id="524" idx="4"/>
                  <a:endCxn id="486" idx="0"/>
                </p:cNvCxnSpPr>
                <p:nvPr/>
              </p:nvCxnSpPr>
              <p:spPr>
                <a:xfrm>
                  <a:off x="20849095" y="11754041"/>
                  <a:ext cx="483597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7050937E-4D9F-FA19-67F2-6E294D476FAA}"/>
                    </a:ext>
                  </a:extLst>
                </p:cNvPr>
                <p:cNvCxnSpPr>
                  <a:cxnSpLocks/>
                  <a:stCxn id="522" idx="4"/>
                  <a:endCxn id="486" idx="0"/>
                </p:cNvCxnSpPr>
                <p:nvPr/>
              </p:nvCxnSpPr>
              <p:spPr>
                <a:xfrm flipH="1"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E4E54CCC-B620-6B63-C685-18ECD2955A34}"/>
                    </a:ext>
                  </a:extLst>
                </p:cNvPr>
                <p:cNvCxnSpPr>
                  <a:cxnSpLocks/>
                  <a:stCxn id="523" idx="4"/>
                  <a:endCxn id="486" idx="0"/>
                </p:cNvCxnSpPr>
                <p:nvPr/>
              </p:nvCxnSpPr>
              <p:spPr>
                <a:xfrm flipH="1">
                  <a:off x="21332692" y="11754041"/>
                  <a:ext cx="144905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EC12F3E0-2A2C-4FBA-849F-4A98C88473C7}"/>
                    </a:ext>
                  </a:extLst>
                </p:cNvPr>
                <p:cNvCxnSpPr>
                  <a:cxnSpLocks/>
                  <a:stCxn id="520" idx="4"/>
                  <a:endCxn id="487" idx="0"/>
                </p:cNvCxnSpPr>
                <p:nvPr/>
              </p:nvCxnSpPr>
              <p:spPr>
                <a:xfrm>
                  <a:off x="21332692" y="11754041"/>
                  <a:ext cx="50319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3389C88A-8FF2-16A4-11AB-AF6E2F63C782}"/>
                    </a:ext>
                  </a:extLst>
                </p:cNvPr>
                <p:cNvCxnSpPr>
                  <a:cxnSpLocks/>
                  <a:stCxn id="521" idx="4"/>
                  <a:endCxn id="487" idx="0"/>
                </p:cNvCxnSpPr>
                <p:nvPr/>
              </p:nvCxnSpPr>
              <p:spPr>
                <a:xfrm>
                  <a:off x="21835886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F35A91B7-DC9F-46EF-8FCA-14CED6BAF41A}"/>
                    </a:ext>
                  </a:extLst>
                </p:cNvPr>
                <p:cNvCxnSpPr>
                  <a:cxnSpLocks/>
                  <a:stCxn id="524" idx="4"/>
                  <a:endCxn id="487" idx="0"/>
                </p:cNvCxnSpPr>
                <p:nvPr/>
              </p:nvCxnSpPr>
              <p:spPr>
                <a:xfrm>
                  <a:off x="20849095" y="11754041"/>
                  <a:ext cx="986791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E7C48313-DDB8-0D9D-8E01-CDD56A6184BF}"/>
                    </a:ext>
                  </a:extLst>
                </p:cNvPr>
                <p:cNvCxnSpPr>
                  <a:cxnSpLocks/>
                  <a:stCxn id="522" idx="4"/>
                  <a:endCxn id="487" idx="0"/>
                </p:cNvCxnSpPr>
                <p:nvPr/>
              </p:nvCxnSpPr>
              <p:spPr>
                <a:xfrm flipH="1"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BF0A7486-72CB-6581-9637-69BCEE558F3F}"/>
                    </a:ext>
                  </a:extLst>
                </p:cNvPr>
                <p:cNvCxnSpPr>
                  <a:cxnSpLocks/>
                  <a:stCxn id="523" idx="4"/>
                  <a:endCxn id="487" idx="0"/>
                </p:cNvCxnSpPr>
                <p:nvPr/>
              </p:nvCxnSpPr>
              <p:spPr>
                <a:xfrm flipH="1">
                  <a:off x="21835886" y="11754041"/>
                  <a:ext cx="94586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F52E0B34-2A95-C1A0-F8B7-A55155683389}"/>
                    </a:ext>
                  </a:extLst>
                </p:cNvPr>
                <p:cNvCxnSpPr>
                  <a:cxnSpLocks/>
                  <a:stCxn id="522" idx="4"/>
                  <a:endCxn id="488" idx="0"/>
                </p:cNvCxnSpPr>
                <p:nvPr/>
              </p:nvCxnSpPr>
              <p:spPr>
                <a:xfrm>
                  <a:off x="22351740" y="11754041"/>
                  <a:ext cx="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E668FA29-80DC-3AF3-901C-08C48873CC4F}"/>
                    </a:ext>
                  </a:extLst>
                </p:cNvPr>
                <p:cNvCxnSpPr>
                  <a:cxnSpLocks/>
                  <a:stCxn id="523" idx="4"/>
                  <a:endCxn id="488" idx="0"/>
                </p:cNvCxnSpPr>
                <p:nvPr/>
              </p:nvCxnSpPr>
              <p:spPr>
                <a:xfrm flipH="1">
                  <a:off x="22351740" y="11754041"/>
                  <a:ext cx="430010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7" name="Straight Connector 516">
                  <a:extLst>
                    <a:ext uri="{FF2B5EF4-FFF2-40B4-BE49-F238E27FC236}">
                      <a16:creationId xmlns:a16="http://schemas.microsoft.com/office/drawing/2014/main" id="{7D8466B2-273D-D7F3-348A-44E4876F42B5}"/>
                    </a:ext>
                  </a:extLst>
                </p:cNvPr>
                <p:cNvCxnSpPr>
                  <a:cxnSpLocks/>
                  <a:stCxn id="521" idx="4"/>
                  <a:endCxn id="488" idx="0"/>
                </p:cNvCxnSpPr>
                <p:nvPr/>
              </p:nvCxnSpPr>
              <p:spPr>
                <a:xfrm>
                  <a:off x="21835886" y="11754041"/>
                  <a:ext cx="515854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7F1D7C9B-451B-FDA3-2CE4-B46D73164670}"/>
                    </a:ext>
                  </a:extLst>
                </p:cNvPr>
                <p:cNvCxnSpPr>
                  <a:cxnSpLocks/>
                  <a:stCxn id="524" idx="4"/>
                  <a:endCxn id="488" idx="0"/>
                </p:cNvCxnSpPr>
                <p:nvPr/>
              </p:nvCxnSpPr>
              <p:spPr>
                <a:xfrm>
                  <a:off x="20849095" y="11754041"/>
                  <a:ext cx="1502645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C32FE69F-18CC-8AC0-0677-8060D998774F}"/>
                    </a:ext>
                  </a:extLst>
                </p:cNvPr>
                <p:cNvCxnSpPr>
                  <a:cxnSpLocks/>
                  <a:stCxn id="520" idx="4"/>
                  <a:endCxn id="488" idx="0"/>
                </p:cNvCxnSpPr>
                <p:nvPr/>
              </p:nvCxnSpPr>
              <p:spPr>
                <a:xfrm>
                  <a:off x="21332692" y="11754041"/>
                  <a:ext cx="1019048" cy="450738"/>
                </a:xfrm>
                <a:prstGeom prst="line">
                  <a:avLst/>
                </a:prstGeom>
                <a:noFill/>
                <a:ln w="1905" cap="flat" cmpd="sng" algn="ctr">
                  <a:solidFill>
                    <a:sysClr val="window" lastClr="FFFFFF">
                      <a:lumMod val="65000"/>
                    </a:sysClr>
                  </a:solidFill>
                  <a:prstDash val="solid"/>
                </a:ln>
                <a:effectLst/>
              </p:spPr>
            </p:cxn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D2E504E4-19DE-55BD-D02A-06F301382A19}"/>
                    </a:ext>
                  </a:extLst>
                </p:cNvPr>
                <p:cNvSpPr/>
                <p:nvPr/>
              </p:nvSpPr>
              <p:spPr>
                <a:xfrm>
                  <a:off x="21152692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1388F14B-30C4-B9B4-022D-A09B50F4BEA3}"/>
                    </a:ext>
                  </a:extLst>
                </p:cNvPr>
                <p:cNvSpPr/>
                <p:nvPr/>
              </p:nvSpPr>
              <p:spPr>
                <a:xfrm>
                  <a:off x="21655886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2D9BF5F0-8510-9D18-A375-F07EDDB91FF4}"/>
                    </a:ext>
                  </a:extLst>
                </p:cNvPr>
                <p:cNvSpPr/>
                <p:nvPr/>
              </p:nvSpPr>
              <p:spPr>
                <a:xfrm>
                  <a:off x="2217174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62C4C8A1-C466-D10F-4103-2C1730289A98}"/>
                    </a:ext>
                  </a:extLst>
                </p:cNvPr>
                <p:cNvSpPr/>
                <p:nvPr/>
              </p:nvSpPr>
              <p:spPr>
                <a:xfrm>
                  <a:off x="22601750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9D358996-7F4C-0F6D-E4BC-B379A8C1130C}"/>
                    </a:ext>
                  </a:extLst>
                </p:cNvPr>
                <p:cNvSpPr/>
                <p:nvPr/>
              </p:nvSpPr>
              <p:spPr>
                <a:xfrm>
                  <a:off x="20669095" y="11394041"/>
                  <a:ext cx="360000" cy="360000"/>
                </a:xfrm>
                <a:prstGeom prst="ellipse">
                  <a:avLst/>
                </a:prstGeom>
                <a:solidFill>
                  <a:srgbClr val="E06666"/>
                </a:solidFill>
                <a:ln w="190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4176515">
                    <a:defRPr/>
                  </a:pPr>
                  <a:endParaRPr lang="en-US" sz="4800" kern="0">
                    <a:solidFill>
                      <a:prstClr val="whit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05D61D66-73F4-6DB3-4DE1-F45E36C69B97}"/>
                  </a:ext>
                </a:extLst>
              </p:cNvPr>
              <p:cNvGrpSpPr/>
              <p:nvPr/>
            </p:nvGrpSpPr>
            <p:grpSpPr>
              <a:xfrm>
                <a:off x="24133554" y="9961141"/>
                <a:ext cx="2118286" cy="1084901"/>
                <a:chOff x="18245474" y="17458791"/>
                <a:chExt cx="2133077" cy="10849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1" name="TextBox 480">
                      <a:extLst>
                        <a:ext uri="{FF2B5EF4-FFF2-40B4-BE49-F238E27FC236}">
                          <a16:creationId xmlns:a16="http://schemas.microsoft.com/office/drawing/2014/main" id="{2D0BA478-42CF-F803-A02C-D11134F693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45474" y="17458791"/>
                      <a:ext cx="1704100" cy="10849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defTabSz="4176515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00" b="1" i="1" ker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en-US" sz="1200" b="1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US" sz="1200" b="1" i="1" ker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200" b="1" i="1" kern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1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1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200" b="1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den>
                                    </m:f>
                                  </m:e>
                                </m:nary>
                              </m:e>
                              <m:sub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1200" b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200" b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81" name="TextBox 480">
                      <a:extLst>
                        <a:ext uri="{FF2B5EF4-FFF2-40B4-BE49-F238E27FC236}">
                          <a16:creationId xmlns:a16="http://schemas.microsoft.com/office/drawing/2014/main" id="{2D0BA478-42CF-F803-A02C-D11134F693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45474" y="17458791"/>
                      <a:ext cx="1704100" cy="108490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51370" t="-95098" r="-60274" b="-13529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2" name="TextBox 481">
                      <a:extLst>
                        <a:ext uri="{FF2B5EF4-FFF2-40B4-BE49-F238E27FC236}">
                          <a16:creationId xmlns:a16="http://schemas.microsoft.com/office/drawing/2014/main" id="{E3C951D0-8713-0AC9-DDB3-3FEA5EB23F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922093" y="17716157"/>
                      <a:ext cx="1456458" cy="5266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defTabSz="4176515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200" b="1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200" b="1" i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82" name="TextBox 481">
                      <a:extLst>
                        <a:ext uri="{FF2B5EF4-FFF2-40B4-BE49-F238E27FC236}">
                          <a16:creationId xmlns:a16="http://schemas.microsoft.com/office/drawing/2014/main" id="{E3C951D0-8713-0AC9-DDB3-3FEA5EB23F8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922093" y="17716157"/>
                      <a:ext cx="1456458" cy="52663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80" name="Arrow: Curved Right 479">
                <a:extLst>
                  <a:ext uri="{FF2B5EF4-FFF2-40B4-BE49-F238E27FC236}">
                    <a16:creationId xmlns:a16="http://schemas.microsoft.com/office/drawing/2014/main" id="{D90DC15C-DFB0-7E69-70A1-2526B2E88C17}"/>
                  </a:ext>
                </a:extLst>
              </p:cNvPr>
              <p:cNvSpPr/>
              <p:nvPr/>
            </p:nvSpPr>
            <p:spPr>
              <a:xfrm>
                <a:off x="15320187" y="10264069"/>
                <a:ext cx="1620000" cy="4536000"/>
              </a:xfrm>
              <a:prstGeom prst="curvedRightArrow">
                <a:avLst>
                  <a:gd name="adj1" fmla="val 21949"/>
                  <a:gd name="adj2" fmla="val 50000"/>
                  <a:gd name="adj3" fmla="val 25000"/>
                </a:avLst>
              </a:prstGeom>
              <a:solidFill>
                <a:srgbClr val="00A0E1"/>
              </a:solidFill>
              <a:ln w="19050" cap="flat" cmpd="sng" algn="ctr">
                <a:solidFill>
                  <a:srgbClr val="01689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4176515">
                  <a:defRPr/>
                </a:pPr>
                <a:endParaRPr lang="en-US" sz="8800" kern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922B8D-EBDD-024B-33B6-FB77B492B1A7}"/>
                </a:ext>
              </a:extLst>
            </p:cNvPr>
            <p:cNvSpPr/>
            <p:nvPr/>
          </p:nvSpPr>
          <p:spPr>
            <a:xfrm>
              <a:off x="649904" y="1110883"/>
              <a:ext cx="7557025" cy="49876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396076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2C3D80-E13F-2C8A-A0FD-3078EA23B0C7}"/>
              </a:ext>
            </a:extLst>
          </p:cNvPr>
          <p:cNvGrpSpPr/>
          <p:nvPr/>
        </p:nvGrpSpPr>
        <p:grpSpPr>
          <a:xfrm>
            <a:off x="504437" y="0"/>
            <a:ext cx="8135128" cy="6858000"/>
            <a:chOff x="504436" y="0"/>
            <a:chExt cx="8135128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BE23936-0733-14E7-D9F9-89AF6A3D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4436" y="0"/>
              <a:ext cx="8135128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F66594-42E5-C218-826C-199131AEB2F2}"/>
                </a:ext>
              </a:extLst>
            </p:cNvPr>
            <p:cNvSpPr/>
            <p:nvPr/>
          </p:nvSpPr>
          <p:spPr>
            <a:xfrm>
              <a:off x="6423472" y="415636"/>
              <a:ext cx="2093296" cy="26147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350859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7E499D-547B-E1B8-1012-43E728C8DEE5}"/>
              </a:ext>
            </a:extLst>
          </p:cNvPr>
          <p:cNvGrpSpPr/>
          <p:nvPr/>
        </p:nvGrpSpPr>
        <p:grpSpPr>
          <a:xfrm>
            <a:off x="486945" y="0"/>
            <a:ext cx="8170117" cy="6858000"/>
            <a:chOff x="486941" y="0"/>
            <a:chExt cx="8170117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9C0620-D152-B2D3-123A-82C482EC5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941" y="0"/>
              <a:ext cx="8170117" cy="6858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3F21E6-D9D4-FAE3-18A1-5EC1117D4DC2}"/>
                </a:ext>
              </a:extLst>
            </p:cNvPr>
            <p:cNvSpPr/>
            <p:nvPr/>
          </p:nvSpPr>
          <p:spPr>
            <a:xfrm>
              <a:off x="6378129" y="347623"/>
              <a:ext cx="2047954" cy="12695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9349C7-5D55-E7B8-A314-B847C91A9DD9}"/>
                </a:ext>
              </a:extLst>
            </p:cNvPr>
            <p:cNvSpPr/>
            <p:nvPr/>
          </p:nvSpPr>
          <p:spPr>
            <a:xfrm>
              <a:off x="6408357" y="2705415"/>
              <a:ext cx="2078182" cy="528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234570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4DBDC7F-F140-904D-B3E1-681B4BE47795}"/>
              </a:ext>
            </a:extLst>
          </p:cNvPr>
          <p:cNvGrpSpPr/>
          <p:nvPr/>
        </p:nvGrpSpPr>
        <p:grpSpPr>
          <a:xfrm>
            <a:off x="457200" y="0"/>
            <a:ext cx="8229600" cy="6858000"/>
            <a:chOff x="457200" y="0"/>
            <a:chExt cx="82296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D3D9321-2372-4EE7-098D-1692360BC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0"/>
              <a:ext cx="82296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470ED6-7089-E4A2-DEE9-45A87355AD9D}"/>
                </a:ext>
              </a:extLst>
            </p:cNvPr>
            <p:cNvSpPr/>
            <p:nvPr/>
          </p:nvSpPr>
          <p:spPr>
            <a:xfrm>
              <a:off x="6378128" y="1813685"/>
              <a:ext cx="2115967" cy="14811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16134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9451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2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002060"/>
      </a:accent1>
      <a:accent2>
        <a:srgbClr val="002060"/>
      </a:accent2>
      <a:accent3>
        <a:srgbClr val="2F75FF"/>
      </a:accent3>
      <a:accent4>
        <a:srgbClr val="0084B4"/>
      </a:accent4>
      <a:accent5>
        <a:srgbClr val="586EA6"/>
      </a:accent5>
      <a:accent6>
        <a:srgbClr val="6892A0"/>
      </a:accent6>
      <a:hlink>
        <a:srgbClr val="002060"/>
      </a:hlink>
      <a:folHlink>
        <a:srgbClr val="5CD3F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12324</TotalTime>
  <Words>119</Words>
  <Application>Microsoft Office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Bouchra Fakher</cp:lastModifiedBy>
  <cp:revision>213</cp:revision>
  <dcterms:created xsi:type="dcterms:W3CDTF">2021-07-12T17:05:39Z</dcterms:created>
  <dcterms:modified xsi:type="dcterms:W3CDTF">2024-01-24T14:31:29Z</dcterms:modified>
</cp:coreProperties>
</file>